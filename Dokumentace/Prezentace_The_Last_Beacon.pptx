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Úvod" id="{700ddc98-5431-4709-c836-c52c5ab14814}">
          <p14:sldIdLst>
            <p14:sldId id="256"/>
          </p14:sldIdLst>
        </p14:section>
        <p14:section name="Téma" id="{19728852-45bd-9ad3-2766-06a18369a8d8}">
          <p14:sldIdLst>
            <p14:sldId id="257"/>
          </p14:sldIdLst>
        </p14:section>
        <p14:section name="Rozsah" id="{57beb90c-7d7b-02f6-e018-f8cbf0aa0e2f}">
          <p14:sldIdLst>
            <p14:sldId id="258"/>
          </p14:sldIdLst>
        </p14:section>
        <p14:section name="Technika" id="{265b2468-f2e5-1392-78d6-414c82755510}">
          <p14:sldIdLst>
            <p14:sldId id="259"/>
          </p14:sldIdLst>
        </p14:section>
        <p14:section name="Ukázka" id="{d28efd5a-61a4-8ff4-d717-00ba4974535b}">
          <p14:sldIdLst>
            <p14:sldId id="260"/>
            <p14:sldId id="261"/>
            <p14:sldId id="262"/>
            <p14:sldId id="263"/>
          </p14:sldIdLst>
        </p14:section>
        <p14:section name="Rizika" id="{820e2564-e217-7402-7c36-16b4cf703735}">
          <p14:sldIdLst>
            <p14:sldId id="264"/>
          </p14:sldIdLst>
        </p14:section>
        <p14:section name="Plán" id="{3425028f-d05e-61af-a3a4-885bff2058a2}">
          <p14:sldIdLst>
            <p14:sldId id="265"/>
          </p14:sldIdLst>
        </p14:section>
        <p14:section name="Otázky" id="{63e4e267-671e-351b-682d-99fa465fa19c}">
          <p14:sldIdLst>
            <p14:sldId id="266"/>
          </p14:sldIdLst>
        </p14:section>
        <p14:section name="Příloha: detaily" id="{bdd66083-8322-799c-a113-08f6fad2c03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Představení. The Last Beacon je 3D hra v Unity o plavbě po nekonečném moři. Dnes vám za 7 minut ukážu: co hra je a pro koho, co je hotové, architekturu, krátké demo, rizika a licence, a plán do dubna.
⚠ POUZE PRO MĚ (nezobrazí se při promítání): Snímek ostrova má vpravo nahoře testovací „Mince: 1098809“ (cheat). Vyměň za čistý screenshot z nové hry, na slidu to schovat nejde. OVLÁDÁNÍ: prezentace je interaktivní, klikání funguje jen v režimu prezentace (F5). Dole na každém slidu je navigační lišta, klikem skočíš kamkoli. Skryté slidy (galerie, detaily architektury) se při klasickém listování šipkou přeskakují.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Hra je klidná: plujete, rybaříte, těžíte poklady z vraků, v majácích prodáváte a vylepšujete loď. Do toho piráti a příběh starého námořníka. Cílovka jsou hráči zhruba 12–25 let a dvojice kamarádů, protože se hraje i split-screen na jednom PC. Přínos: uvolnění, jasný cíl, žádný stres. Mým cílem je ukázat celý postup tvorby většího softwaru až po release a dokumentaci. Bariéry cílovky: výkon na slabších PC a ovládání bez tutoriálu.
⚠ POUZE PRO MĚ (nezobrazí se při promítání): V úkolu 1 máš „ztracený poklad“, ve hře je hlavní linka ztracený bratr (poklad je jen historický poklad). Na slidu příběh nerozvádím, rozhodni, co řekneš. Screenshot HUD má cheatové mince.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1:20–2:20  MVP je hotové a kód už výrazně nerozšiřuji. Hotovo: svět, rybaření, obchody, souboje, příběh se dvěma konci, split-screen, čeština a angličtina, tři sloty pro uložení. Zbývá hlavně to okolo: dokumentace, testování, build a release, příručka. Mimo rozsah: síťový multiplayer, mobily, vlastní modely, nové velké funkce – ty jdou do backlogu. Čísla: přes 60 skriptů, zhruba 18 tisíc řádků, přes 200 commitů.
⚠ POUZE PRO MĚ (nezobrazí se při promítání): Kliknutí na kartu „Hotovo“ skočí rovnou na ukázku hry (slide 5). Čísla (60+ skriptů, 18 000 řádků, 200+ commitů) v úkolu 1 nejsou, přidal jsem je z repozitáře; řádky jsou včetně komentářů. Když je nechceš, smaž spodní řadu. „Nebude“ (síťový multiplayer) je z charteru, ne z úkolu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2:20–3:20  Technologie: Unity 6, C#, Universal Render Pipeline, Git. Zdůvodnění: Unity i C# už znám, hra nepotřebuje server a běží offline. Architektura je vrstvená – nahoře rozhraní (HUD, menu, obchody), uprostřed herní logika (svět, hráč, souboje, příběh), dole stav a ukládání. Klíčové rozhodnutí: veškerý stav žije v jednom objektu GameData, který se ukládá do JSON. Místo databáze tedy model uložení hry. Svět je nekonečný, protože se generuje jen kolem hráče a moře je jedna plocha místo tisíců dlaždic – proto hra běží plynule. Když se komise zeptá, klikni na vrstvu schématu a ukaž detail.
⚠ POUZE PRO MĚ (nezobrazí se při promítání): Slide Architektura není v úkolu 1, ale sylabus ho chce k 11. 11. Klikací vrstvy: UI, herní logika, stav hry, ukládání; z každého detailu vede tlačítko zpět. Detaily jsou skryté slidy 12–15 na konci souboru (v normálním listování se přeskakují).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3:20–4:50  Živé demo (nebo záznam, kdyby nešel projektor). Postup: 1) plavba a rybaření, 2) vstup do majáku, prodej a nákup vylepšení, 3) krátký souboj s pirátskou lodí, 4) pirátská pevnost s hradbami; split-screen ukaž živě ve hře. Pro ilustraci klikej na náhledy: vybraný snímek se zvětší. Záložní plán: video 60–90 s a tyto snímky.
⚠ POUZE PRO MĚ (nezobrazí se při promítání): Galerie jsou 4 slidy (5 a skryté 6–8), každý s jiným zvětšeným snímkem; přechod Morph zvětší vybraný obrázek plynule (potřebuje PowerPoint 2019 nebo novější, jinak se použije prolnutí). Snímky ostrova, majáku a pirátského ostrova mají testovací mince; snímky majáku a pirátské pevnosti jsou anglické (z EN verze). Starý screenshot menu jsem z galerie vyřadil, protože ukazoval původní název „Poslední maják“ / „Sea Adventure“ – pořiď nový z nové verze hry.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Galerie – zvětšený snímek: Maják: prodej a obchod. Klikni na jiný náhled nebo krok, nebo pokračuj šipkou na další část.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Galerie – zvětšený snímek: Souboj a pirátský ostrov. Klikni na jiný náhled nebo krok, nebo pokračuj šipkou na další část.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Galerie – zvětšený snímek: Pirátská pevnost. Klikni na jiný náhled nebo krok, nebo pokračuj šipkou na další část.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4:50–5:50  Největší riziko je čas: dokumentace zabere víc, než čekám, proto nové funkce zmrazuji. Výkon: generování světa a ukládání jsem už zrychlil. Autorská práva: modely jsou CC0 od Kenney a Quaternius, vlastní kód pod MIT. Hra nepotřebuje žádný server ani cizí službu.
⚠ POUZE PRO MĚ (nezobrazí se při promítání): Z původní verze slidu jsem sem přesunul: 1) riziko „ztráta dat“ (kód na GitHubu, bezpečný zápis savu přes dočasný soubor), 2) zvuky jsou vlastní, generované kódem, 3) hra neshromažďuje osobní údaje, 4) při vývoji jsi používal AI asistenta (Claude Code) – je to uvedeno v ročníkové práci, kap. 6.4. Doporučuji to s vedoucí vyjasnit a umět vysvětlit každou část kódu. Licence MIT: v úkolu 1 je jen „výběr licence“, v repozitáři LICENSE už MIT 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5:50–7:00  Business: hra zůstane zdarma, případně na itch.io jako portfolio; komunitní přesah přes krátká videa a sdílení zajímavých ostrovů; kód open-source pod MIT. Plán: 11. 11. charter a architektura, 9. 12. osnova dokumentace a licence, 20. 1. datový model, use cases a wireframy, 3. 3. úklid kódu a draft kapitol, 31. 3. testovací build a kompletní draft, 14. 4. finální release a obhajoba. Závěr: děkuji, dotazy – další slide je rozcestník pro dotazy.
⚠ POUZE PRO MĚ (nezobrazí se při promítání): Business část (zdarma / itch.io / komunita / open-source) je z charteru, v úkolu 1 není. Časová osa odpovídá úkolu 1: říjen–listopad charter a architektura, prosinec–leden osnova + datový model / use cases / wireframy, únor–březen úklid kódu a testovací build, duben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Rozcestník pro dotazy: kliknutím na dlaždici skočíš na příslušnou část. U architektury lze dál kliknout na vrstvu schématu.
⚠ POUZE PRO MĚ (nezobrazí se při promítání): Je to poslední viditelný slide prezentace. Zpět na kteroukoli část přes dlaždice nebo navigační lištu dole.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vrstvy architektury (skrytý slide). Zpět tlačítkem „Zpět na architekturu“ nebo navigační lištou.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vrstvy architektury (skrytý slide). Zpět tlačítkem „Zpět na architekturu“ nebo navigační lištou.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vrstvy architektury (skrytý slide). Zpět tlačítkem „Zpět na architekturu“ nebo navigační lištou.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vrstvy architektury (skrytý slide). Zpět tlačítkem „Zpět na architekturu“ nebo navigační lištou.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NI">
    <p:bg>
      <p:bgPr>
        <a:solidFill>
          <a:srgbClr val="0B2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BSAH">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5" Type="http://schemas.openxmlformats.org/officeDocument/2006/relationships/slide" Target="slide3.xml"/><Relationship Id="rId7" Type="http://schemas.openxmlformats.org/officeDocument/2006/relationships/slide" Target="slide4.xml"/><Relationship Id="rId9" Type="http://schemas.openxmlformats.org/officeDocument/2006/relationships/slide" Target="slide5.xml"/><Relationship Id="rId11" Type="http://schemas.openxmlformats.org/officeDocument/2006/relationships/slide" Target="slide9.xml"/><Relationship Id="rId13" Type="http://schemas.openxmlformats.org/officeDocument/2006/relationships/slide" Target="slide10.xml"/><Relationship Id="rId15" Type="http://schemas.openxmlformats.org/officeDocument/2006/relationships/slide" Target="slide11.xm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image" Target="../media/image-2-3.png"/><Relationship Id="rId6" Type="http://schemas.openxmlformats.org/officeDocument/2006/relationships/image" Target="../media/image-2-4.png"/><Relationship Id="rId8" Type="http://schemas.openxmlformats.org/officeDocument/2006/relationships/image" Target="../media/image-2-5.png"/><Relationship Id="rId10" Type="http://schemas.openxmlformats.org/officeDocument/2006/relationships/image" Target="../media/image-2-6.png"/><Relationship Id="rId12" Type="http://schemas.openxmlformats.org/officeDocument/2006/relationships/image" Target="../media/image-2-7.png"/><Relationship Id="rId14" Type="http://schemas.openxmlformats.org/officeDocument/2006/relationships/image" Target="../media/image-2-8.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5.xml"/><Relationship Id="rId4" Type="http://schemas.openxmlformats.org/officeDocument/2006/relationships/slide" Target="slide2.xml"/><Relationship Id="rId6" Type="http://schemas.openxmlformats.org/officeDocument/2006/relationships/slide" Target="slide3.xml"/><Relationship Id="rId8" Type="http://schemas.openxmlformats.org/officeDocument/2006/relationships/slide" Target="slide4.xml"/><Relationship Id="rId10" Type="http://schemas.openxmlformats.org/officeDocument/2006/relationships/slide" Target="slide5.xml"/><Relationship Id="rId12" Type="http://schemas.openxmlformats.org/officeDocument/2006/relationships/slide" Target="slide9.xml"/><Relationship Id="rId14" Type="http://schemas.openxmlformats.org/officeDocument/2006/relationships/slide" Target="slide10.xml"/><Relationship Id="rId16" Type="http://schemas.openxmlformats.org/officeDocument/2006/relationships/slide" Target="slide11.xm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image" Target="../media/image-3-3.png"/><Relationship Id="rId7" Type="http://schemas.openxmlformats.org/officeDocument/2006/relationships/image" Target="../media/image-3-4.png"/><Relationship Id="rId9" Type="http://schemas.openxmlformats.org/officeDocument/2006/relationships/image" Target="../media/image-3-5.png"/><Relationship Id="rId11" Type="http://schemas.openxmlformats.org/officeDocument/2006/relationships/image" Target="../media/image-3-6.png"/><Relationship Id="rId13" Type="http://schemas.openxmlformats.org/officeDocument/2006/relationships/image" Target="../media/image-3-7.png"/><Relationship Id="rId15" Type="http://schemas.openxmlformats.org/officeDocument/2006/relationships/image" Target="../media/image-3-8.png"/><Relationship Id="rId17" Type="http://schemas.openxmlformats.org/officeDocument/2006/relationships/slideLayout" Target="../slideLayouts/slideLayout3.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12.xml"/><Relationship Id="rId5" Type="http://schemas.openxmlformats.org/officeDocument/2006/relationships/slide" Target="slide13.xml"/><Relationship Id="rId7" Type="http://schemas.openxmlformats.org/officeDocument/2006/relationships/slide" Target="slide13.xml"/><Relationship Id="rId9" Type="http://schemas.openxmlformats.org/officeDocument/2006/relationships/slide" Target="slide14.xml"/><Relationship Id="rId11" Type="http://schemas.openxmlformats.org/officeDocument/2006/relationships/slide" Target="slide15.xml"/><Relationship Id="rId13" Type="http://schemas.openxmlformats.org/officeDocument/2006/relationships/slide" Target="slide14.xml"/><Relationship Id="rId15" Type="http://schemas.openxmlformats.org/officeDocument/2006/relationships/slide" Target="slide13.xml"/><Relationship Id="rId17" Type="http://schemas.openxmlformats.org/officeDocument/2006/relationships/slide" Target="slide2.xml"/><Relationship Id="rId19" Type="http://schemas.openxmlformats.org/officeDocument/2006/relationships/slide" Target="slide3.xml"/><Relationship Id="rId21" Type="http://schemas.openxmlformats.org/officeDocument/2006/relationships/slide" Target="slide4.xml"/><Relationship Id="rId23" Type="http://schemas.openxmlformats.org/officeDocument/2006/relationships/slide" Target="slide5.xml"/><Relationship Id="rId25" Type="http://schemas.openxmlformats.org/officeDocument/2006/relationships/slide" Target="slide9.xml"/><Relationship Id="rId27" Type="http://schemas.openxmlformats.org/officeDocument/2006/relationships/slide" Target="slide10.xml"/><Relationship Id="rId29" Type="http://schemas.openxmlformats.org/officeDocument/2006/relationships/slide" Target="slide11.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6" Type="http://schemas.openxmlformats.org/officeDocument/2006/relationships/image" Target="../media/image-4-4.png"/><Relationship Id="rId8" Type="http://schemas.openxmlformats.org/officeDocument/2006/relationships/image" Target="../media/image-4-5.png"/><Relationship Id="rId10" Type="http://schemas.openxmlformats.org/officeDocument/2006/relationships/image" Target="../media/image-4-6.png"/><Relationship Id="rId12" Type="http://schemas.openxmlformats.org/officeDocument/2006/relationships/image" Target="../media/image-4-7.png"/><Relationship Id="rId14" Type="http://schemas.openxmlformats.org/officeDocument/2006/relationships/image" Target="../media/image-4-8.png"/><Relationship Id="rId16" Type="http://schemas.openxmlformats.org/officeDocument/2006/relationships/image" Target="../media/image-4-9.png"/><Relationship Id="rId18" Type="http://schemas.openxmlformats.org/officeDocument/2006/relationships/image" Target="../media/image-4-10.png"/><Relationship Id="rId20" Type="http://schemas.openxmlformats.org/officeDocument/2006/relationships/image" Target="../media/image-4-11.png"/><Relationship Id="rId22" Type="http://schemas.openxmlformats.org/officeDocument/2006/relationships/image" Target="../media/image-4-12.png"/><Relationship Id="rId24" Type="http://schemas.openxmlformats.org/officeDocument/2006/relationships/image" Target="../media/image-4-13.png"/><Relationship Id="rId26" Type="http://schemas.openxmlformats.org/officeDocument/2006/relationships/image" Target="../media/image-4-14.png"/><Relationship Id="rId28" Type="http://schemas.openxmlformats.org/officeDocument/2006/relationships/image" Target="../media/image-4-15.png"/><Relationship Id="rId30" Type="http://schemas.openxmlformats.org/officeDocument/2006/relationships/slideLayout" Target="../slideLayouts/slideLayout3.xml"/><Relationship Id="rId3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slide" Target="slide6.xml"/><Relationship Id="rId7" Type="http://schemas.openxmlformats.org/officeDocument/2006/relationships/slide" Target="slide7.xml"/><Relationship Id="rId10" Type="http://schemas.openxmlformats.org/officeDocument/2006/relationships/slide" Target="slide8.xml"/><Relationship Id="rId12" Type="http://schemas.openxmlformats.org/officeDocument/2006/relationships/slide" Target="slide6.xml"/><Relationship Id="rId14" Type="http://schemas.openxmlformats.org/officeDocument/2006/relationships/slide" Target="slide7.xml"/><Relationship Id="rId16" Type="http://schemas.openxmlformats.org/officeDocument/2006/relationships/slide" Target="slide8.xml"/><Relationship Id="rId18" Type="http://schemas.openxmlformats.org/officeDocument/2006/relationships/slide" Target="slide2.xml"/><Relationship Id="rId20" Type="http://schemas.openxmlformats.org/officeDocument/2006/relationships/slide" Target="slide3.xml"/><Relationship Id="rId22" Type="http://schemas.openxmlformats.org/officeDocument/2006/relationships/slide" Target="slide4.xml"/><Relationship Id="rId24" Type="http://schemas.openxmlformats.org/officeDocument/2006/relationships/slide" Target="slide5.xml"/><Relationship Id="rId26" Type="http://schemas.openxmlformats.org/officeDocument/2006/relationships/slide" Target="slide9.xml"/><Relationship Id="rId28" Type="http://schemas.openxmlformats.org/officeDocument/2006/relationships/slide" Target="slide10.xml"/><Relationship Id="rId30" Type="http://schemas.openxmlformats.org/officeDocument/2006/relationships/slide" Target="slide1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1" Type="http://schemas.openxmlformats.org/officeDocument/2006/relationships/image" Target="../media/image-5-8.png"/><Relationship Id="rId13" Type="http://schemas.openxmlformats.org/officeDocument/2006/relationships/image" Target="../media/image-5-9.png"/><Relationship Id="rId15" Type="http://schemas.openxmlformats.org/officeDocument/2006/relationships/image" Target="../media/image-5-10.png"/><Relationship Id="rId17" Type="http://schemas.openxmlformats.org/officeDocument/2006/relationships/image" Target="../media/image-5-11.png"/><Relationship Id="rId19" Type="http://schemas.openxmlformats.org/officeDocument/2006/relationships/image" Target="../media/image-5-12.png"/><Relationship Id="rId21" Type="http://schemas.openxmlformats.org/officeDocument/2006/relationships/image" Target="../media/image-5-13.png"/><Relationship Id="rId23" Type="http://schemas.openxmlformats.org/officeDocument/2006/relationships/image" Target="../media/image-5-14.png"/><Relationship Id="rId25" Type="http://schemas.openxmlformats.org/officeDocument/2006/relationships/image" Target="../media/image-5-15.png"/><Relationship Id="rId27" Type="http://schemas.openxmlformats.org/officeDocument/2006/relationships/image" Target="../media/image-5-16.png"/><Relationship Id="rId29" Type="http://schemas.openxmlformats.org/officeDocument/2006/relationships/image" Target="../media/image-5-17.png"/><Relationship Id="rId31" Type="http://schemas.openxmlformats.org/officeDocument/2006/relationships/slideLayout" Target="../slideLayouts/slideLayout3.xml"/><Relationship Id="rId3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7.xml"/><Relationship Id="rId10" Type="http://schemas.openxmlformats.org/officeDocument/2006/relationships/slide" Target="slide8.xml"/><Relationship Id="rId12" Type="http://schemas.openxmlformats.org/officeDocument/2006/relationships/slide" Target="slide5.xml"/><Relationship Id="rId14" Type="http://schemas.openxmlformats.org/officeDocument/2006/relationships/slide" Target="slide7.xml"/><Relationship Id="rId16" Type="http://schemas.openxmlformats.org/officeDocument/2006/relationships/slide" Target="slide8.xml"/><Relationship Id="rId18" Type="http://schemas.openxmlformats.org/officeDocument/2006/relationships/slide" Target="slide2.xml"/><Relationship Id="rId20" Type="http://schemas.openxmlformats.org/officeDocument/2006/relationships/slide" Target="slide3.xml"/><Relationship Id="rId22" Type="http://schemas.openxmlformats.org/officeDocument/2006/relationships/slide" Target="slide4.xml"/><Relationship Id="rId24" Type="http://schemas.openxmlformats.org/officeDocument/2006/relationships/slide" Target="slide5.xml"/><Relationship Id="rId26" Type="http://schemas.openxmlformats.org/officeDocument/2006/relationships/slide" Target="slide9.xml"/><Relationship Id="rId28" Type="http://schemas.openxmlformats.org/officeDocument/2006/relationships/slide" Target="slide10.xml"/><Relationship Id="rId30" Type="http://schemas.openxmlformats.org/officeDocument/2006/relationships/slide" Target="slide11.xm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1" Type="http://schemas.openxmlformats.org/officeDocument/2006/relationships/image" Target="../media/image-6-8.png"/><Relationship Id="rId13" Type="http://schemas.openxmlformats.org/officeDocument/2006/relationships/image" Target="../media/image-6-9.png"/><Relationship Id="rId15" Type="http://schemas.openxmlformats.org/officeDocument/2006/relationships/image" Target="../media/image-6-10.png"/><Relationship Id="rId17" Type="http://schemas.openxmlformats.org/officeDocument/2006/relationships/image" Target="../media/image-6-11.png"/><Relationship Id="rId19" Type="http://schemas.openxmlformats.org/officeDocument/2006/relationships/image" Target="../media/image-6-12.png"/><Relationship Id="rId21" Type="http://schemas.openxmlformats.org/officeDocument/2006/relationships/image" Target="../media/image-6-13.png"/><Relationship Id="rId23" Type="http://schemas.openxmlformats.org/officeDocument/2006/relationships/image" Target="../media/image-6-14.png"/><Relationship Id="rId25" Type="http://schemas.openxmlformats.org/officeDocument/2006/relationships/image" Target="../media/image-6-15.png"/><Relationship Id="rId27" Type="http://schemas.openxmlformats.org/officeDocument/2006/relationships/image" Target="../media/image-6-16.png"/><Relationship Id="rId29" Type="http://schemas.openxmlformats.org/officeDocument/2006/relationships/image" Target="../media/image-6-17.png"/><Relationship Id="rId31" Type="http://schemas.openxmlformats.org/officeDocument/2006/relationships/slideLayout" Target="../slideLayouts/slideLayout3.xml"/><Relationship Id="rId3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6" Type="http://schemas.openxmlformats.org/officeDocument/2006/relationships/slide" Target="slide6.xml"/><Relationship Id="rId10" Type="http://schemas.openxmlformats.org/officeDocument/2006/relationships/slide" Target="slide8.xml"/><Relationship Id="rId12" Type="http://schemas.openxmlformats.org/officeDocument/2006/relationships/slide" Target="slide5.xml"/><Relationship Id="rId14" Type="http://schemas.openxmlformats.org/officeDocument/2006/relationships/slide" Target="slide6.xml"/><Relationship Id="rId16" Type="http://schemas.openxmlformats.org/officeDocument/2006/relationships/slide" Target="slide8.xml"/><Relationship Id="rId18" Type="http://schemas.openxmlformats.org/officeDocument/2006/relationships/slide" Target="slide2.xml"/><Relationship Id="rId20" Type="http://schemas.openxmlformats.org/officeDocument/2006/relationships/slide" Target="slide3.xml"/><Relationship Id="rId22" Type="http://schemas.openxmlformats.org/officeDocument/2006/relationships/slide" Target="slide4.xml"/><Relationship Id="rId24" Type="http://schemas.openxmlformats.org/officeDocument/2006/relationships/slide" Target="slide5.xml"/><Relationship Id="rId26" Type="http://schemas.openxmlformats.org/officeDocument/2006/relationships/slide" Target="slide9.xml"/><Relationship Id="rId28" Type="http://schemas.openxmlformats.org/officeDocument/2006/relationships/slide" Target="slide10.xml"/><Relationship Id="rId30" Type="http://schemas.openxmlformats.org/officeDocument/2006/relationships/slide" Target="slide11.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1" Type="http://schemas.openxmlformats.org/officeDocument/2006/relationships/image" Target="../media/image-7-8.png"/><Relationship Id="rId13" Type="http://schemas.openxmlformats.org/officeDocument/2006/relationships/image" Target="../media/image-7-9.png"/><Relationship Id="rId15" Type="http://schemas.openxmlformats.org/officeDocument/2006/relationships/image" Target="../media/image-7-10.png"/><Relationship Id="rId17" Type="http://schemas.openxmlformats.org/officeDocument/2006/relationships/image" Target="../media/image-7-11.png"/><Relationship Id="rId19" Type="http://schemas.openxmlformats.org/officeDocument/2006/relationships/image" Target="../media/image-7-12.png"/><Relationship Id="rId21" Type="http://schemas.openxmlformats.org/officeDocument/2006/relationships/image" Target="../media/image-7-13.png"/><Relationship Id="rId23" Type="http://schemas.openxmlformats.org/officeDocument/2006/relationships/image" Target="../media/image-7-14.png"/><Relationship Id="rId25" Type="http://schemas.openxmlformats.org/officeDocument/2006/relationships/image" Target="../media/image-7-15.png"/><Relationship Id="rId27" Type="http://schemas.openxmlformats.org/officeDocument/2006/relationships/image" Target="../media/image-7-16.png"/><Relationship Id="rId29" Type="http://schemas.openxmlformats.org/officeDocument/2006/relationships/image" Target="../media/image-7-17.png"/><Relationship Id="rId31" Type="http://schemas.openxmlformats.org/officeDocument/2006/relationships/slideLayout" Target="../slideLayouts/slideLayout3.xml"/><Relationship Id="rId3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6" Type="http://schemas.openxmlformats.org/officeDocument/2006/relationships/slide" Target="slide6.xml"/><Relationship Id="rId9" Type="http://schemas.openxmlformats.org/officeDocument/2006/relationships/slide" Target="slide7.xml"/><Relationship Id="rId12" Type="http://schemas.openxmlformats.org/officeDocument/2006/relationships/slide" Target="slide5.xml"/><Relationship Id="rId14" Type="http://schemas.openxmlformats.org/officeDocument/2006/relationships/slide" Target="slide6.xml"/><Relationship Id="rId16" Type="http://schemas.openxmlformats.org/officeDocument/2006/relationships/slide" Target="slide7.xml"/><Relationship Id="rId18" Type="http://schemas.openxmlformats.org/officeDocument/2006/relationships/slide" Target="slide2.xml"/><Relationship Id="rId20" Type="http://schemas.openxmlformats.org/officeDocument/2006/relationships/slide" Target="slide3.xml"/><Relationship Id="rId22" Type="http://schemas.openxmlformats.org/officeDocument/2006/relationships/slide" Target="slide4.xml"/><Relationship Id="rId24" Type="http://schemas.openxmlformats.org/officeDocument/2006/relationships/slide" Target="slide5.xml"/><Relationship Id="rId26" Type="http://schemas.openxmlformats.org/officeDocument/2006/relationships/slide" Target="slide9.xml"/><Relationship Id="rId28" Type="http://schemas.openxmlformats.org/officeDocument/2006/relationships/slide" Target="slide10.xml"/><Relationship Id="rId30" Type="http://schemas.openxmlformats.org/officeDocument/2006/relationships/slide" Target="slide11.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8-8.png"/><Relationship Id="rId13" Type="http://schemas.openxmlformats.org/officeDocument/2006/relationships/image" Target="../media/image-8-9.png"/><Relationship Id="rId15" Type="http://schemas.openxmlformats.org/officeDocument/2006/relationships/image" Target="../media/image-8-10.png"/><Relationship Id="rId17" Type="http://schemas.openxmlformats.org/officeDocument/2006/relationships/image" Target="../media/image-8-11.png"/><Relationship Id="rId19" Type="http://schemas.openxmlformats.org/officeDocument/2006/relationships/image" Target="../media/image-8-12.png"/><Relationship Id="rId21" Type="http://schemas.openxmlformats.org/officeDocument/2006/relationships/image" Target="../media/image-8-13.png"/><Relationship Id="rId23" Type="http://schemas.openxmlformats.org/officeDocument/2006/relationships/image" Target="../media/image-8-14.png"/><Relationship Id="rId25" Type="http://schemas.openxmlformats.org/officeDocument/2006/relationships/image" Target="../media/image-8-15.png"/><Relationship Id="rId27" Type="http://schemas.openxmlformats.org/officeDocument/2006/relationships/image" Target="../media/image-8-16.png"/><Relationship Id="rId29" Type="http://schemas.openxmlformats.org/officeDocument/2006/relationships/image" Target="../media/image-8-17.png"/><Relationship Id="rId31" Type="http://schemas.openxmlformats.org/officeDocument/2006/relationships/slideLayout" Target="../slideLayouts/slideLayout3.xml"/><Relationship Id="rId3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xml"/><Relationship Id="rId6" Type="http://schemas.openxmlformats.org/officeDocument/2006/relationships/slide" Target="slide4.xml"/><Relationship Id="rId8" Type="http://schemas.openxmlformats.org/officeDocument/2006/relationships/slide" Target="slide5.xml"/><Relationship Id="rId10" Type="http://schemas.openxmlformats.org/officeDocument/2006/relationships/slide" Target="slide9.xml"/><Relationship Id="rId12" Type="http://schemas.openxmlformats.org/officeDocument/2006/relationships/slide" Target="slide10.xml"/><Relationship Id="rId14" Type="http://schemas.openxmlformats.org/officeDocument/2006/relationships/slide" Target="slide11.xm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image" Target="../media/image-9-3.png"/><Relationship Id="rId7" Type="http://schemas.openxmlformats.org/officeDocument/2006/relationships/image" Target="../media/image-9-4.png"/><Relationship Id="rId9" Type="http://schemas.openxmlformats.org/officeDocument/2006/relationships/image" Target="../media/image-9-5.png"/><Relationship Id="rId11" Type="http://schemas.openxmlformats.org/officeDocument/2006/relationships/image" Target="../media/image-9-6.png"/><Relationship Id="rId13" Type="http://schemas.openxmlformats.org/officeDocument/2006/relationships/image" Target="../media/image-9-7.png"/><Relationship Id="rId15" Type="http://schemas.openxmlformats.org/officeDocument/2006/relationships/slideLayout" Target="../slideLayouts/slideLayout3.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xml"/><Relationship Id="rId6" Type="http://schemas.openxmlformats.org/officeDocument/2006/relationships/slide" Target="slide4.xml"/><Relationship Id="rId8" Type="http://schemas.openxmlformats.org/officeDocument/2006/relationships/slide" Target="slide5.xml"/><Relationship Id="rId10" Type="http://schemas.openxmlformats.org/officeDocument/2006/relationships/slide" Target="slide9.xml"/><Relationship Id="rId12" Type="http://schemas.openxmlformats.org/officeDocument/2006/relationships/slide" Target="slide10.xml"/><Relationship Id="rId14" Type="http://schemas.openxmlformats.org/officeDocument/2006/relationships/slide" Target="slide11.xm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image" Target="../media/image-10-3.png"/><Relationship Id="rId7" Type="http://schemas.openxmlformats.org/officeDocument/2006/relationships/image" Target="../media/image-10-4.png"/><Relationship Id="rId9" Type="http://schemas.openxmlformats.org/officeDocument/2006/relationships/image" Target="../media/image-10-5.png"/><Relationship Id="rId11" Type="http://schemas.openxmlformats.org/officeDocument/2006/relationships/image" Target="../media/image-10-6.png"/><Relationship Id="rId13" Type="http://schemas.openxmlformats.org/officeDocument/2006/relationships/image" Target="../media/image-10-7.png"/><Relationship Id="rId15" Type="http://schemas.openxmlformats.org/officeDocument/2006/relationships/slideLayout" Target="../slideLayouts/slideLayout3.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xml"/><Relationship Id="rId6" Type="http://schemas.openxmlformats.org/officeDocument/2006/relationships/slide" Target="slide4.xml"/><Relationship Id="rId8" Type="http://schemas.openxmlformats.org/officeDocument/2006/relationships/slide" Target="slide5.xml"/><Relationship Id="rId10" Type="http://schemas.openxmlformats.org/officeDocument/2006/relationships/slide" Target="slide9.xml"/><Relationship Id="rId12" Type="http://schemas.openxmlformats.org/officeDocument/2006/relationships/slide" Target="slide10.xml"/><Relationship Id="rId14" Type="http://schemas.openxmlformats.org/officeDocument/2006/relationships/slide" Target="slide2.xml"/><Relationship Id="rId16" Type="http://schemas.openxmlformats.org/officeDocument/2006/relationships/slide" Target="slide3.xml"/><Relationship Id="rId18" Type="http://schemas.openxmlformats.org/officeDocument/2006/relationships/slide" Target="slide4.xml"/><Relationship Id="rId20" Type="http://schemas.openxmlformats.org/officeDocument/2006/relationships/slide" Target="slide5.xml"/><Relationship Id="rId22" Type="http://schemas.openxmlformats.org/officeDocument/2006/relationships/slide" Target="slide9.xml"/><Relationship Id="rId24" Type="http://schemas.openxmlformats.org/officeDocument/2006/relationships/slide" Target="slide10.xml"/><Relationship Id="rId26" Type="http://schemas.openxmlformats.org/officeDocument/2006/relationships/slide" Target="slide11.xm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image" Target="../media/image-11-4.png"/><Relationship Id="rId9" Type="http://schemas.openxmlformats.org/officeDocument/2006/relationships/image" Target="../media/image-11-5.png"/><Relationship Id="rId11" Type="http://schemas.openxmlformats.org/officeDocument/2006/relationships/image" Target="../media/image-11-6.png"/><Relationship Id="rId13" Type="http://schemas.openxmlformats.org/officeDocument/2006/relationships/image" Target="../media/image-11-7.png"/><Relationship Id="rId15" Type="http://schemas.openxmlformats.org/officeDocument/2006/relationships/image" Target="../media/image-11-8.png"/><Relationship Id="rId17" Type="http://schemas.openxmlformats.org/officeDocument/2006/relationships/image" Target="../media/image-11-9.png"/><Relationship Id="rId19" Type="http://schemas.openxmlformats.org/officeDocument/2006/relationships/image" Target="../media/image-11-10.png"/><Relationship Id="rId21" Type="http://schemas.openxmlformats.org/officeDocument/2006/relationships/image" Target="../media/image-11-11.png"/><Relationship Id="rId23" Type="http://schemas.openxmlformats.org/officeDocument/2006/relationships/image" Target="../media/image-11-12.png"/><Relationship Id="rId25" Type="http://schemas.openxmlformats.org/officeDocument/2006/relationships/image" Target="../media/image-11-13.png"/><Relationship Id="rId27" Type="http://schemas.openxmlformats.org/officeDocument/2006/relationships/slideLayout" Target="../slideLayouts/slideLayout3.xml"/><Relationship Id="rId2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2.xml"/><Relationship Id="rId6" Type="http://schemas.openxmlformats.org/officeDocument/2006/relationships/slide" Target="slide3.xml"/><Relationship Id="rId8" Type="http://schemas.openxmlformats.org/officeDocument/2006/relationships/slide" Target="slide4.xml"/><Relationship Id="rId10" Type="http://schemas.openxmlformats.org/officeDocument/2006/relationships/slide" Target="slide5.xml"/><Relationship Id="rId12" Type="http://schemas.openxmlformats.org/officeDocument/2006/relationships/slide" Target="slide9.xml"/><Relationship Id="rId14" Type="http://schemas.openxmlformats.org/officeDocument/2006/relationships/slide" Target="slide10.xml"/><Relationship Id="rId16" Type="http://schemas.openxmlformats.org/officeDocument/2006/relationships/slide" Target="slide11.xml"/><Relationship Id="rId1" Type="http://schemas.openxmlformats.org/officeDocument/2006/relationships/image" Target="../media/image-12-1.png"/><Relationship Id="rId3" Type="http://schemas.openxmlformats.org/officeDocument/2006/relationships/image" Target="../media/image-12-2.png"/><Relationship Id="rId5" Type="http://schemas.openxmlformats.org/officeDocument/2006/relationships/image" Target="../media/image-12-3.png"/><Relationship Id="rId7" Type="http://schemas.openxmlformats.org/officeDocument/2006/relationships/image" Target="../media/image-12-4.png"/><Relationship Id="rId9" Type="http://schemas.openxmlformats.org/officeDocument/2006/relationships/image" Target="../media/image-12-5.png"/><Relationship Id="rId11" Type="http://schemas.openxmlformats.org/officeDocument/2006/relationships/image" Target="../media/image-12-6.png"/><Relationship Id="rId13" Type="http://schemas.openxmlformats.org/officeDocument/2006/relationships/image" Target="../media/image-12-7.png"/><Relationship Id="rId15" Type="http://schemas.openxmlformats.org/officeDocument/2006/relationships/image" Target="../media/image-12-8.png"/><Relationship Id="rId17" Type="http://schemas.openxmlformats.org/officeDocument/2006/relationships/slideLayout" Target="../slideLayouts/slideLayout3.xml"/><Relationship Id="rId1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2.xml"/><Relationship Id="rId6" Type="http://schemas.openxmlformats.org/officeDocument/2006/relationships/slide" Target="slide3.xml"/><Relationship Id="rId8" Type="http://schemas.openxmlformats.org/officeDocument/2006/relationships/slide" Target="slide4.xml"/><Relationship Id="rId10" Type="http://schemas.openxmlformats.org/officeDocument/2006/relationships/slide" Target="slide5.xml"/><Relationship Id="rId12" Type="http://schemas.openxmlformats.org/officeDocument/2006/relationships/slide" Target="slide9.xml"/><Relationship Id="rId14" Type="http://schemas.openxmlformats.org/officeDocument/2006/relationships/slide" Target="slide10.xml"/><Relationship Id="rId16" Type="http://schemas.openxmlformats.org/officeDocument/2006/relationships/slide" Target="slide11.xml"/><Relationship Id="rId1" Type="http://schemas.openxmlformats.org/officeDocument/2006/relationships/image" Target="../media/image-13-1.png"/><Relationship Id="rId3" Type="http://schemas.openxmlformats.org/officeDocument/2006/relationships/image" Target="../media/image-13-2.png"/><Relationship Id="rId5" Type="http://schemas.openxmlformats.org/officeDocument/2006/relationships/image" Target="../media/image-13-3.png"/><Relationship Id="rId7" Type="http://schemas.openxmlformats.org/officeDocument/2006/relationships/image" Target="../media/image-13-4.png"/><Relationship Id="rId9" Type="http://schemas.openxmlformats.org/officeDocument/2006/relationships/image" Target="../media/image-13-5.png"/><Relationship Id="rId11" Type="http://schemas.openxmlformats.org/officeDocument/2006/relationships/image" Target="../media/image-13-6.png"/><Relationship Id="rId13" Type="http://schemas.openxmlformats.org/officeDocument/2006/relationships/image" Target="../media/image-13-7.png"/><Relationship Id="rId15" Type="http://schemas.openxmlformats.org/officeDocument/2006/relationships/image" Target="../media/image-13-8.png"/><Relationship Id="rId17" Type="http://schemas.openxmlformats.org/officeDocument/2006/relationships/slideLayout" Target="../slideLayouts/slideLayout3.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2.xml"/><Relationship Id="rId6" Type="http://schemas.openxmlformats.org/officeDocument/2006/relationships/slide" Target="slide3.xml"/><Relationship Id="rId8" Type="http://schemas.openxmlformats.org/officeDocument/2006/relationships/slide" Target="slide4.xml"/><Relationship Id="rId10" Type="http://schemas.openxmlformats.org/officeDocument/2006/relationships/slide" Target="slide5.xml"/><Relationship Id="rId12" Type="http://schemas.openxmlformats.org/officeDocument/2006/relationships/slide" Target="slide9.xml"/><Relationship Id="rId14" Type="http://schemas.openxmlformats.org/officeDocument/2006/relationships/slide" Target="slide10.xml"/><Relationship Id="rId16" Type="http://schemas.openxmlformats.org/officeDocument/2006/relationships/slide" Target="slide11.xml"/><Relationship Id="rId1" Type="http://schemas.openxmlformats.org/officeDocument/2006/relationships/image" Target="../media/image-14-1.png"/><Relationship Id="rId3" Type="http://schemas.openxmlformats.org/officeDocument/2006/relationships/image" Target="../media/image-14-2.png"/><Relationship Id="rId5" Type="http://schemas.openxmlformats.org/officeDocument/2006/relationships/image" Target="../media/image-14-3.png"/><Relationship Id="rId7" Type="http://schemas.openxmlformats.org/officeDocument/2006/relationships/image" Target="../media/image-14-4.png"/><Relationship Id="rId9" Type="http://schemas.openxmlformats.org/officeDocument/2006/relationships/image" Target="../media/image-14-5.png"/><Relationship Id="rId11" Type="http://schemas.openxmlformats.org/officeDocument/2006/relationships/image" Target="../media/image-14-6.png"/><Relationship Id="rId13" Type="http://schemas.openxmlformats.org/officeDocument/2006/relationships/image" Target="../media/image-14-7.png"/><Relationship Id="rId15" Type="http://schemas.openxmlformats.org/officeDocument/2006/relationships/image" Target="../media/image-14-8.png"/><Relationship Id="rId17" Type="http://schemas.openxmlformats.org/officeDocument/2006/relationships/slideLayout" Target="../slideLayouts/slideLayout3.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4.xml"/><Relationship Id="rId4" Type="http://schemas.openxmlformats.org/officeDocument/2006/relationships/slide" Target="slide2.xml"/><Relationship Id="rId6" Type="http://schemas.openxmlformats.org/officeDocument/2006/relationships/slide" Target="slide3.xml"/><Relationship Id="rId8" Type="http://schemas.openxmlformats.org/officeDocument/2006/relationships/slide" Target="slide4.xml"/><Relationship Id="rId10" Type="http://schemas.openxmlformats.org/officeDocument/2006/relationships/slide" Target="slide5.xml"/><Relationship Id="rId12" Type="http://schemas.openxmlformats.org/officeDocument/2006/relationships/slide" Target="slide9.xml"/><Relationship Id="rId14" Type="http://schemas.openxmlformats.org/officeDocument/2006/relationships/slide" Target="slide10.xml"/><Relationship Id="rId16" Type="http://schemas.openxmlformats.org/officeDocument/2006/relationships/slide" Target="slide11.xml"/><Relationship Id="rId1" Type="http://schemas.openxmlformats.org/officeDocument/2006/relationships/image" Target="../media/image-15-1.png"/><Relationship Id="rId3" Type="http://schemas.openxmlformats.org/officeDocument/2006/relationships/image" Target="../media/image-15-2.png"/><Relationship Id="rId5" Type="http://schemas.openxmlformats.org/officeDocument/2006/relationships/image" Target="../media/image-15-3.png"/><Relationship Id="rId7" Type="http://schemas.openxmlformats.org/officeDocument/2006/relationships/image" Target="../media/image-15-4.png"/><Relationship Id="rId9" Type="http://schemas.openxmlformats.org/officeDocument/2006/relationships/image" Target="../media/image-15-5.png"/><Relationship Id="rId11" Type="http://schemas.openxmlformats.org/officeDocument/2006/relationships/image" Target="../media/image-15-6.png"/><Relationship Id="rId13" Type="http://schemas.openxmlformats.org/officeDocument/2006/relationships/image" Target="../media/image-15-7.png"/><Relationship Id="rId15" Type="http://schemas.openxmlformats.org/officeDocument/2006/relationships/image" Target="../media/image-15-8.png"/><Relationship Id="rId17" Type="http://schemas.openxmlformats.org/officeDocument/2006/relationships/slideLayout" Target="../slideLayouts/slideLayout3.xml"/><Relationship Id="rId1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ucerna"/>
          <p:cNvSpPr/>
          <p:nvPr/>
        </p:nvSpPr>
        <p:spPr>
          <a:xfrm>
            <a:off x="457200" y="502920"/>
            <a:ext cx="256032" cy="256032"/>
          </a:xfrm>
          <a:prstGeom prst="ellipse">
            <a:avLst/>
          </a:prstGeom>
          <a:solidFill>
            <a:schemeClr val="accent1"/>
          </a:solidFill>
          <a:ln w="12700">
            <a:solidFill>
              <a:schemeClr val="accent1"/>
            </a:solidFill>
            <a:prstDash val="solid"/>
          </a:ln>
        </p:spPr>
      </p:sp>
      <p:sp>
        <p:nvSpPr>
          <p:cNvPr id="3" name="Titulek"/>
          <p:cNvSpPr txBox="1"/>
          <p:nvPr/>
        </p:nvSpPr>
        <p:spPr>
          <a:xfrm>
            <a:off x="457200" y="1005840"/>
            <a:ext cx="4114800" cy="9144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The Last Beacon</a:t>
            </a:r>
            <a:endParaRPr lang="en-US" sz="3600" dirty="0"/>
          </a:p>
        </p:txBody>
      </p:sp>
      <p:sp>
        <p:nvSpPr>
          <p:cNvPr id="4" name="Podtitulek"/>
          <p:cNvSpPr txBox="1"/>
          <p:nvPr/>
        </p:nvSpPr>
        <p:spPr>
          <a:xfrm>
            <a:off x="457200" y="1965960"/>
            <a:ext cx="3931920" cy="822960"/>
          </a:xfrm>
          <a:prstGeom prst="rect">
            <a:avLst/>
          </a:prstGeom>
          <a:noFill/>
          <a:ln/>
        </p:spPr>
        <p:txBody>
          <a:bodyPr wrap="square" lIns="0" tIns="0" rIns="0" bIns="0" rtlCol="0" anchor="t"/>
          <a:lstStyle/>
          <a:p>
            <a:pPr indent="0" marL="0">
              <a:buNone/>
            </a:pPr>
            <a:r>
              <a:rPr lang="en-US" sz="2000" dirty="0">
                <a:solidFill>
                  <a:schemeClr val="bg2"/>
                </a:solidFill>
              </a:rPr>
              <a:t>3D hra o plavbě po nekonečném moři</a:t>
            </a:r>
            <a:endParaRPr lang="en-US" sz="2000" dirty="0"/>
          </a:p>
        </p:txBody>
      </p:sp>
      <p:sp>
        <p:nvSpPr>
          <p:cNvPr id="5" name="Autor"/>
          <p:cNvSpPr txBox="1"/>
          <p:nvPr/>
        </p:nvSpPr>
        <p:spPr>
          <a:xfrm>
            <a:off x="457200" y="3566160"/>
            <a:ext cx="3931920" cy="1005840"/>
          </a:xfrm>
          <a:prstGeom prst="rect">
            <a:avLst/>
          </a:prstGeom>
          <a:noFill/>
          <a:ln/>
        </p:spPr>
        <p:txBody>
          <a:bodyPr wrap="square" lIns="0" tIns="0" rIns="0" bIns="0" rtlCol="0" anchor="t"/>
          <a:lstStyle/>
          <a:p>
            <a:pPr indent="0" marL="0">
              <a:buNone/>
            </a:pPr>
            <a:r>
              <a:rPr lang="en-US" sz="1400" b="1" dirty="0">
                <a:solidFill>
                  <a:schemeClr val="bg2"/>
                </a:solidFill>
              </a:rPr>
              <a:t>Martin Štěpánek</a:t>
            </a:r>
            <a:endParaRPr lang="en-US" sz="1400" dirty="0"/>
          </a:p>
          <a:p>
            <a:pPr indent="0" marL="0">
              <a:buNone/>
            </a:pPr>
            <a:r>
              <a:rPr lang="en-US" sz="1400" dirty="0">
                <a:solidFill>
                  <a:schemeClr val="bg2"/>
                </a:solidFill>
              </a:rPr>
              <a:t>IT projekt, 4. ročník</a:t>
            </a:r>
            <a:endParaRPr lang="en-US" sz="1400" dirty="0"/>
          </a:p>
          <a:p>
            <a:pPr indent="0" marL="0">
              <a:buNone/>
            </a:pPr>
            <a:r>
              <a:rPr lang="en-US" sz="1400" dirty="0">
                <a:solidFill>
                  <a:schemeClr val="bg2"/>
                </a:solidFill>
              </a:rPr>
              <a:t>Čtvrtletní prezentace, 11. 11. 2026</a:t>
            </a:r>
            <a:endParaRPr lang="en-US" sz="1400" dirty="0"/>
          </a:p>
        </p:txBody>
      </p:sp>
      <p:pic>
        <p:nvPicPr>
          <p:cNvPr id="6" name="Snímek ostrova" descr="Ostrov s majákem ve hře">    </p:cNvPr>
          <p:cNvPicPr>
            <a:picLocks noChangeAspect="1"/>
          </p:cNvPicPr>
          <p:nvPr/>
        </p:nvPicPr>
        <p:blipFill>
          <a:blip r:embed="rId1"/>
          <a:stretch>
            <a:fillRect/>
          </a:stretch>
        </p:blipFill>
        <p:spPr>
          <a:xfrm>
            <a:off x="4663440" y="1325880"/>
            <a:ext cx="4023360" cy="1920240"/>
          </a:xfrm>
          <a:prstGeom prst="rect">
            <a:avLst/>
          </a:prstGeom>
        </p:spPr>
      </p:pic>
      <p:sp>
        <p:nvSpPr>
          <p:cNvPr id="7" name="Stack"/>
          <p:cNvSpPr txBox="1"/>
          <p:nvPr/>
        </p:nvSpPr>
        <p:spPr>
          <a:xfrm>
            <a:off x="4663440" y="3383280"/>
            <a:ext cx="4023360" cy="365760"/>
          </a:xfrm>
          <a:prstGeom prst="rect">
            <a:avLst/>
          </a:prstGeom>
          <a:noFill/>
          <a:ln/>
        </p:spPr>
        <p:txBody>
          <a:bodyPr wrap="square" lIns="0" tIns="0" rIns="0" bIns="0" rtlCol="0" anchor="ctr"/>
          <a:lstStyle/>
          <a:p>
            <a:pPr indent="0" marL="0">
              <a:buNone/>
            </a:pPr>
            <a:r>
              <a:rPr lang="en-US" sz="1400" dirty="0">
                <a:solidFill>
                  <a:schemeClr val="accent1"/>
                </a:solidFill>
              </a:rPr>
              <a:t>Unity 6 · C# · offline · 1–2 hráči</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Co to je a pro koho</a:t>
            </a:r>
            <a:endParaRPr lang="en-US" sz="3400" dirty="0"/>
          </a:p>
        </p:txBody>
      </p:sp>
      <p:sp>
        <p:nvSpPr>
          <p:cNvPr id="3" name="Nadpis 1"/>
          <p:cNvSpPr txBox="1"/>
          <p:nvPr/>
        </p:nvSpPr>
        <p:spPr>
          <a:xfrm>
            <a:off x="457200" y="1188720"/>
            <a:ext cx="4114800" cy="292608"/>
          </a:xfrm>
          <a:prstGeom prst="rect">
            <a:avLst/>
          </a:prstGeom>
          <a:noFill/>
          <a:ln/>
        </p:spPr>
        <p:txBody>
          <a:bodyPr wrap="square" lIns="0" tIns="0" rIns="0" bIns="0" rtlCol="0" anchor="ctr"/>
          <a:lstStyle/>
          <a:p>
            <a:pPr indent="0" marL="0">
              <a:buNone/>
            </a:pPr>
            <a:r>
              <a:rPr lang="en-US" sz="1600" b="1" dirty="0">
                <a:solidFill>
                  <a:schemeClr val="accent2"/>
                </a:solidFill>
              </a:rPr>
              <a:t>Co to je</a:t>
            </a:r>
            <a:endParaRPr lang="en-US" sz="1600" dirty="0"/>
          </a:p>
        </p:txBody>
      </p:sp>
      <p:sp>
        <p:nvSpPr>
          <p:cNvPr id="4" name="Text 1"/>
          <p:cNvSpPr txBox="1"/>
          <p:nvPr/>
        </p:nvSpPr>
        <p:spPr>
          <a:xfrm>
            <a:off x="457200" y="1499616"/>
            <a:ext cx="4114800" cy="731520"/>
          </a:xfrm>
          <a:prstGeom prst="rect">
            <a:avLst/>
          </a:prstGeom>
          <a:noFill/>
          <a:ln/>
        </p:spPr>
        <p:txBody>
          <a:bodyPr wrap="square" lIns="0" tIns="0" rIns="0" bIns="0" rtlCol="0" anchor="t"/>
          <a:lstStyle/>
          <a:p>
            <a:pPr indent="0" marL="0">
              <a:buNone/>
            </a:pPr>
            <a:r>
              <a:rPr lang="en-US" sz="1400" dirty="0">
                <a:solidFill>
                  <a:schemeClr val="tx1"/>
                </a:solidFill>
              </a:rPr>
              <a:t>Plavba po nekonečném moři: rybaření, poklady z vraků, obchod v majácích, souboje s piráty a příběh.</a:t>
            </a:r>
            <a:endParaRPr lang="en-US" sz="1400" dirty="0"/>
          </a:p>
        </p:txBody>
      </p:sp>
      <p:sp>
        <p:nvSpPr>
          <p:cNvPr id="5" name="Nadpis 2"/>
          <p:cNvSpPr txBox="1"/>
          <p:nvPr/>
        </p:nvSpPr>
        <p:spPr>
          <a:xfrm>
            <a:off x="457200" y="2304288"/>
            <a:ext cx="4114800" cy="292608"/>
          </a:xfrm>
          <a:prstGeom prst="rect">
            <a:avLst/>
          </a:prstGeom>
          <a:noFill/>
          <a:ln/>
        </p:spPr>
        <p:txBody>
          <a:bodyPr wrap="square" lIns="0" tIns="0" rIns="0" bIns="0" rtlCol="0" anchor="ctr"/>
          <a:lstStyle/>
          <a:p>
            <a:pPr indent="0" marL="0">
              <a:buNone/>
            </a:pPr>
            <a:r>
              <a:rPr lang="en-US" sz="1600" b="1" dirty="0">
                <a:solidFill>
                  <a:schemeClr val="accent2"/>
                </a:solidFill>
              </a:rPr>
              <a:t>Pro koho</a:t>
            </a:r>
            <a:endParaRPr lang="en-US" sz="1600" dirty="0"/>
          </a:p>
        </p:txBody>
      </p:sp>
      <p:sp>
        <p:nvSpPr>
          <p:cNvPr id="6" name="Text 2"/>
          <p:cNvSpPr txBox="1"/>
          <p:nvPr/>
        </p:nvSpPr>
        <p:spPr>
          <a:xfrm>
            <a:off x="457200" y="2615184"/>
            <a:ext cx="4114800" cy="731520"/>
          </a:xfrm>
          <a:prstGeom prst="rect">
            <a:avLst/>
          </a:prstGeom>
          <a:noFill/>
          <a:ln/>
        </p:spPr>
        <p:txBody>
          <a:bodyPr wrap="square" lIns="0" tIns="0" rIns="0" bIns="0" rtlCol="0" anchor="t"/>
          <a:lstStyle/>
          <a:p>
            <a:pPr indent="0" marL="0">
              <a:buNone/>
            </a:pPr>
            <a:r>
              <a:rPr lang="en-US" sz="1400" dirty="0">
                <a:solidFill>
                  <a:schemeClr val="tx1"/>
                </a:solidFill>
              </a:rPr>
              <a:t>Hráči kolem 12–25 let, kteří chtějí klidnou hru, a dva kamarádi na jednom PC.</a:t>
            </a:r>
            <a:endParaRPr lang="en-US" sz="1400" dirty="0"/>
          </a:p>
        </p:txBody>
      </p:sp>
      <p:sp>
        <p:nvSpPr>
          <p:cNvPr id="7" name="Nadpis 3"/>
          <p:cNvSpPr txBox="1"/>
          <p:nvPr/>
        </p:nvSpPr>
        <p:spPr>
          <a:xfrm>
            <a:off x="457200" y="3419856"/>
            <a:ext cx="4114800" cy="292608"/>
          </a:xfrm>
          <a:prstGeom prst="rect">
            <a:avLst/>
          </a:prstGeom>
          <a:noFill/>
          <a:ln/>
        </p:spPr>
        <p:txBody>
          <a:bodyPr wrap="square" lIns="0" tIns="0" rIns="0" bIns="0" rtlCol="0" anchor="ctr"/>
          <a:lstStyle/>
          <a:p>
            <a:pPr indent="0" marL="0">
              <a:buNone/>
            </a:pPr>
            <a:r>
              <a:rPr lang="en-US" sz="1600" b="1" dirty="0">
                <a:solidFill>
                  <a:schemeClr val="accent2"/>
                </a:solidFill>
              </a:rPr>
              <a:t>Co přinese</a:t>
            </a:r>
            <a:endParaRPr lang="en-US" sz="1600" dirty="0"/>
          </a:p>
        </p:txBody>
      </p:sp>
      <p:sp>
        <p:nvSpPr>
          <p:cNvPr id="8" name="Text 3"/>
          <p:cNvSpPr txBox="1"/>
          <p:nvPr/>
        </p:nvSpPr>
        <p:spPr>
          <a:xfrm>
            <a:off x="457200" y="3730752"/>
            <a:ext cx="4114800" cy="731520"/>
          </a:xfrm>
          <a:prstGeom prst="rect">
            <a:avLst/>
          </a:prstGeom>
          <a:noFill/>
          <a:ln/>
        </p:spPr>
        <p:txBody>
          <a:bodyPr wrap="square" lIns="0" tIns="0" rIns="0" bIns="0" rtlCol="0" anchor="t"/>
          <a:lstStyle/>
          <a:p>
            <a:pPr indent="0" marL="0">
              <a:buNone/>
            </a:pPr>
            <a:r>
              <a:rPr lang="en-US" sz="1400" dirty="0">
                <a:solidFill>
                  <a:schemeClr val="tx1"/>
                </a:solidFill>
              </a:rPr>
              <a:t>Uvolnění, jasný cíl (lepší loď) a příběh. Bez registrace a bez internetu.</a:t>
            </a:r>
            <a:endParaRPr lang="en-US" sz="1400" dirty="0"/>
          </a:p>
        </p:txBody>
      </p:sp>
      <p:pic>
        <p:nvPicPr>
          <p:cNvPr id="9" name="Snímek HUD" descr="Rozhraní hry: minimapa, zdraví a hotbar">    </p:cNvPr>
          <p:cNvPicPr>
            <a:picLocks noChangeAspect="1"/>
          </p:cNvPicPr>
          <p:nvPr/>
        </p:nvPicPr>
        <p:blipFill>
          <a:blip r:embed="rId1"/>
          <a:stretch>
            <a:fillRect/>
          </a:stretch>
        </p:blipFill>
        <p:spPr>
          <a:xfrm>
            <a:off x="4937760" y="1188720"/>
            <a:ext cx="3749040" cy="1792224"/>
          </a:xfrm>
          <a:prstGeom prst="rect">
            <a:avLst/>
          </a:prstGeom>
        </p:spPr>
      </p:pic>
      <p:sp>
        <p:nvSpPr>
          <p:cNvPr id="10" name="Karta cíle"/>
          <p:cNvSpPr/>
          <p:nvPr/>
        </p:nvSpPr>
        <p:spPr>
          <a:xfrm>
            <a:off x="4937760" y="3200400"/>
            <a:ext cx="3749040" cy="1188720"/>
          </a:xfrm>
          <a:prstGeom prst="roundRect">
            <a:avLst>
              <a:gd name="adj" fmla="val 9231"/>
            </a:avLst>
          </a:prstGeom>
          <a:solidFill>
            <a:schemeClr val="bg2"/>
          </a:solidFill>
          <a:ln w="12700">
            <a:solidFill>
              <a:schemeClr val="bg2"/>
            </a:solidFill>
            <a:prstDash val="solid"/>
          </a:ln>
        </p:spPr>
      </p:sp>
      <p:sp>
        <p:nvSpPr>
          <p:cNvPr id="11" name="Cíl práce"/>
          <p:cNvSpPr txBox="1"/>
          <p:nvPr/>
        </p:nvSpPr>
        <p:spPr>
          <a:xfrm>
            <a:off x="5120640" y="3246120"/>
            <a:ext cx="3383280" cy="1097280"/>
          </a:xfrm>
          <a:prstGeom prst="rect">
            <a:avLst/>
          </a:prstGeom>
          <a:noFill/>
          <a:ln/>
        </p:spPr>
        <p:txBody>
          <a:bodyPr wrap="square" lIns="0" tIns="0" rIns="0" bIns="0" rtlCol="0" anchor="ctr"/>
          <a:lstStyle/>
          <a:p>
            <a:pPr indent="0" marL="0">
              <a:buNone/>
            </a:pPr>
            <a:r>
              <a:rPr lang="en-US" sz="1400" b="1" dirty="0">
                <a:solidFill>
                  <a:schemeClr val="accent2"/>
                </a:solidFill>
              </a:rPr>
              <a:t>Cíl práce</a:t>
            </a:r>
            <a:endParaRPr lang="en-US" sz="1400" dirty="0"/>
          </a:p>
          <a:p>
            <a:pPr indent="0" marL="0">
              <a:buNone/>
            </a:pPr>
            <a:r>
              <a:rPr lang="en-US" sz="1400" dirty="0">
                <a:solidFill>
                  <a:schemeClr val="tx1"/>
                </a:solidFill>
              </a:rPr>
              <a:t>Hratelný build, kód na GitHubu a kompletní dokumentace do 14. 4. 2027.</a:t>
            </a:r>
            <a:endParaRPr lang="en-US" sz="1400" dirty="0"/>
          </a:p>
        </p:txBody>
      </p:sp>
      <p:sp>
        <p:nvSpPr>
          <p:cNvPr id="12" name="Nav Téma"/>
          <p:cNvSpPr/>
          <p:nvPr/>
        </p:nvSpPr>
        <p:spPr>
          <a:xfrm>
            <a:off x="457200" y="4700016"/>
            <a:ext cx="914400" cy="256032"/>
          </a:xfrm>
          <a:prstGeom prst="roundRect">
            <a:avLst>
              <a:gd name="adj" fmla="val 28571"/>
            </a:avLst>
          </a:prstGeom>
          <a:solidFill>
            <a:schemeClr val="accent2"/>
          </a:solidFill>
          <a:ln w="12700">
            <a:solidFill>
              <a:schemeClr val="accent2"/>
            </a:solidFill>
            <a:prstDash val="solid"/>
          </a:ln>
        </p:spPr>
      </p:sp>
      <p:sp>
        <p:nvSpPr>
          <p:cNvPr id="13"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Téma</a:t>
            </a:r>
            <a:endParaRPr lang="en-US" sz="1100" dirty="0"/>
          </a:p>
        </p:txBody>
      </p:sp>
      <p:pic>
        <p:nvPicPr>
          <p:cNvPr id="14" name="Nav odkaz Téma" descr="Přejít: Téma">
            <a:hlinkClick r:id="rId3" tooltip="Přejít: Téma" action="ppaction://hlinksldjump"/>
          </p:cNvPr>
          <p:cNvPicPr>
            <a:picLocks noChangeAspect="1"/>
          </p:cNvPicPr>
          <p:nvPr/>
        </p:nvPicPr>
        <p:blipFill>
          <a:blip r:embed="rId2"/>
          <a:stretch>
            <a:fillRect/>
          </a:stretch>
        </p:blipFill>
        <p:spPr>
          <a:xfrm>
            <a:off x="457200" y="4700016"/>
            <a:ext cx="914400" cy="256032"/>
          </a:xfrm>
          <a:prstGeom prst="rect">
            <a:avLst/>
          </a:prstGeom>
        </p:spPr>
      </p:pic>
      <p:sp>
        <p:nvSpPr>
          <p:cNvPr id="15"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16"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17" name="Nav odkaz Rozsah" descr="Přejít: Rozsah">
            <a:hlinkClick r:id="rId5" tooltip="Přejít: Rozsah" action="ppaction://hlinksldjump"/>
          </p:cNvPr>
          <p:cNvPicPr>
            <a:picLocks noChangeAspect="1"/>
          </p:cNvPicPr>
          <p:nvPr/>
        </p:nvPicPr>
        <p:blipFill>
          <a:blip r:embed="rId4"/>
          <a:stretch>
            <a:fillRect/>
          </a:stretch>
        </p:blipFill>
        <p:spPr>
          <a:xfrm>
            <a:off x="1426464" y="4700016"/>
            <a:ext cx="914400" cy="256032"/>
          </a:xfrm>
          <a:prstGeom prst="rect">
            <a:avLst/>
          </a:prstGeom>
        </p:spPr>
      </p:pic>
      <p:sp>
        <p:nvSpPr>
          <p:cNvPr id="18"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19"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20" name="Nav odkaz Technika" descr="Přejít: Technika">
            <a:hlinkClick r:id="rId7" tooltip="Přejít: Technika" action="ppaction://hlinksldjump"/>
          </p:cNvPr>
          <p:cNvPicPr>
            <a:picLocks noChangeAspect="1"/>
          </p:cNvPicPr>
          <p:nvPr/>
        </p:nvPicPr>
        <p:blipFill>
          <a:blip r:embed="rId6"/>
          <a:stretch>
            <a:fillRect/>
          </a:stretch>
        </p:blipFill>
        <p:spPr>
          <a:xfrm>
            <a:off x="2395728" y="4700016"/>
            <a:ext cx="914400" cy="256032"/>
          </a:xfrm>
          <a:prstGeom prst="rect">
            <a:avLst/>
          </a:prstGeom>
        </p:spPr>
      </p:pic>
      <p:sp>
        <p:nvSpPr>
          <p:cNvPr id="21"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22"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23" name="Nav odkaz Ukázka" descr="Přejít: Ukázka">
            <a:hlinkClick r:id="rId9" tooltip="Přejít: Ukázka" action="ppaction://hlinksldjump"/>
          </p:cNvPr>
          <p:cNvPicPr>
            <a:picLocks noChangeAspect="1"/>
          </p:cNvPicPr>
          <p:nvPr/>
        </p:nvPicPr>
        <p:blipFill>
          <a:blip r:embed="rId8"/>
          <a:stretch>
            <a:fillRect/>
          </a:stretch>
        </p:blipFill>
        <p:spPr>
          <a:xfrm>
            <a:off x="3364992" y="4700016"/>
            <a:ext cx="914400" cy="256032"/>
          </a:xfrm>
          <a:prstGeom prst="rect">
            <a:avLst/>
          </a:prstGeom>
        </p:spPr>
      </p:pic>
      <p:sp>
        <p:nvSpPr>
          <p:cNvPr id="24"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25"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26" name="Nav odkaz Rizika" descr="Přejít: Rizika">
            <a:hlinkClick r:id="rId11" tooltip="Přejít: Rizika" action="ppaction://hlinksldjump"/>
          </p:cNvPr>
          <p:cNvPicPr>
            <a:picLocks noChangeAspect="1"/>
          </p:cNvPicPr>
          <p:nvPr/>
        </p:nvPicPr>
        <p:blipFill>
          <a:blip r:embed="rId10"/>
          <a:stretch>
            <a:fillRect/>
          </a:stretch>
        </p:blipFill>
        <p:spPr>
          <a:xfrm>
            <a:off x="4334256" y="4700016"/>
            <a:ext cx="914400" cy="256032"/>
          </a:xfrm>
          <a:prstGeom prst="rect">
            <a:avLst/>
          </a:prstGeom>
        </p:spPr>
      </p:pic>
      <p:sp>
        <p:nvSpPr>
          <p:cNvPr id="27"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28"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29" name="Nav odkaz Plán" descr="Přejít: Plán">
            <a:hlinkClick r:id="rId13" tooltip="Přejít: Plán" action="ppaction://hlinksldjump"/>
          </p:cNvPr>
          <p:cNvPicPr>
            <a:picLocks noChangeAspect="1"/>
          </p:cNvPicPr>
          <p:nvPr/>
        </p:nvPicPr>
        <p:blipFill>
          <a:blip r:embed="rId12"/>
          <a:stretch>
            <a:fillRect/>
          </a:stretch>
        </p:blipFill>
        <p:spPr>
          <a:xfrm>
            <a:off x="5303520" y="4700016"/>
            <a:ext cx="914400" cy="256032"/>
          </a:xfrm>
          <a:prstGeom prst="rect">
            <a:avLst/>
          </a:prstGeom>
        </p:spPr>
      </p:pic>
      <p:sp>
        <p:nvSpPr>
          <p:cNvPr id="30"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31"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32" name="Nav odkaz Otázky" descr="Přejít: Otázky">
            <a:hlinkClick r:id="rId15" tooltip="Přejít: Otázky" action="ppaction://hlinksldjump"/>
          </p:cNvPr>
          <p:cNvPicPr>
            <a:picLocks noChangeAspect="1"/>
          </p:cNvPicPr>
          <p:nvPr/>
        </p:nvPicPr>
        <p:blipFill>
          <a:blip r:embed="rId14"/>
          <a:stretch>
            <a:fillRect/>
          </a:stretch>
        </p:blipFill>
        <p:spPr>
          <a:xfrm>
            <a:off x="6272784" y="4700016"/>
            <a:ext cx="914400" cy="256032"/>
          </a:xfrm>
          <a:prstGeom prst="rect">
            <a:avLst/>
          </a:prstGeom>
        </p:spPr>
      </p:pic>
      <p:sp>
        <p:nvSpPr>
          <p:cNvPr id="33"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2</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Rozsah: hotovo a zbývá</a:t>
            </a:r>
            <a:endParaRPr lang="en-US" sz="3400" dirty="0"/>
          </a:p>
        </p:txBody>
      </p:sp>
      <p:sp>
        <p:nvSpPr>
          <p:cNvPr id="3" name="Karta Hotovo"/>
          <p:cNvSpPr/>
          <p:nvPr/>
        </p:nvSpPr>
        <p:spPr>
          <a:xfrm>
            <a:off x="457200" y="1188720"/>
            <a:ext cx="2615184" cy="2423160"/>
          </a:xfrm>
          <a:prstGeom prst="roundRect">
            <a:avLst>
              <a:gd name="adj" fmla="val 4528"/>
            </a:avLst>
          </a:prstGeom>
          <a:solidFill>
            <a:schemeClr val="bg2"/>
          </a:solidFill>
          <a:ln w="12700">
            <a:solidFill>
              <a:schemeClr val="bg2"/>
            </a:solidFill>
            <a:prstDash val="solid"/>
          </a:ln>
        </p:spPr>
      </p:sp>
      <p:sp>
        <p:nvSpPr>
          <p:cNvPr id="4" name="Tečka Hotovo"/>
          <p:cNvSpPr/>
          <p:nvPr/>
        </p:nvSpPr>
        <p:spPr>
          <a:xfrm>
            <a:off x="640080" y="1371600"/>
            <a:ext cx="237744" cy="237744"/>
          </a:xfrm>
          <a:prstGeom prst="ellipse">
            <a:avLst/>
          </a:prstGeom>
          <a:solidFill>
            <a:schemeClr val="accent3"/>
          </a:solidFill>
          <a:ln w="12700">
            <a:solidFill>
              <a:schemeClr val="accent3"/>
            </a:solidFill>
            <a:prstDash val="solid"/>
          </a:ln>
        </p:spPr>
      </p:sp>
      <p:sp>
        <p:nvSpPr>
          <p:cNvPr id="5" name="Nadpis Hotovo"/>
          <p:cNvSpPr txBox="1"/>
          <p:nvPr/>
        </p:nvSpPr>
        <p:spPr>
          <a:xfrm>
            <a:off x="987552" y="1298448"/>
            <a:ext cx="1920240" cy="384048"/>
          </a:xfrm>
          <a:prstGeom prst="rect">
            <a:avLst/>
          </a:prstGeom>
          <a:noFill/>
          <a:ln/>
        </p:spPr>
        <p:txBody>
          <a:bodyPr wrap="square" lIns="0" tIns="0" rIns="0" bIns="0" rtlCol="0" anchor="ctr"/>
          <a:lstStyle/>
          <a:p>
            <a:pPr indent="0" marL="0">
              <a:buNone/>
            </a:pPr>
            <a:r>
              <a:rPr lang="en-US" sz="1800" b="1" dirty="0">
                <a:solidFill>
                  <a:schemeClr val="tx1"/>
                </a:solidFill>
              </a:rPr>
              <a:t>Hotovo</a:t>
            </a:r>
            <a:endParaRPr lang="en-US" sz="1800" dirty="0"/>
          </a:p>
        </p:txBody>
      </p:sp>
      <p:sp>
        <p:nvSpPr>
          <p:cNvPr id="6" name="Seznam Hotovo"/>
          <p:cNvSpPr txBox="1"/>
          <p:nvPr/>
        </p:nvSpPr>
        <p:spPr>
          <a:xfrm>
            <a:off x="640080" y="1783080"/>
            <a:ext cx="228600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Nekonečný svět, ostrovy a majáky</a:t>
            </a:r>
            <a:endParaRPr lang="en-US" sz="1400" dirty="0"/>
          </a:p>
          <a:p>
            <a:pPr marL="342900" indent="-342900">
              <a:spcAft>
                <a:spcPts val="400"/>
              </a:spcAft>
              <a:buSzPct val="100000"/>
              <a:buChar char="•"/>
            </a:pPr>
            <a:r>
              <a:rPr lang="en-US" sz="1400" dirty="0">
                <a:solidFill>
                  <a:schemeClr val="tx1"/>
                </a:solidFill>
              </a:rPr>
              <a:t>Rybaření, těžba, obchody</a:t>
            </a:r>
            <a:endParaRPr lang="en-US" sz="1400" dirty="0"/>
          </a:p>
          <a:p>
            <a:pPr marL="342900" indent="-342900">
              <a:spcAft>
                <a:spcPts val="400"/>
              </a:spcAft>
              <a:buSzPct val="100000"/>
              <a:buChar char="•"/>
            </a:pPr>
            <a:r>
              <a:rPr lang="en-US" sz="1400" dirty="0">
                <a:solidFill>
                  <a:schemeClr val="tx1"/>
                </a:solidFill>
              </a:rPr>
              <a:t>Souboje s piráty a ostrovy</a:t>
            </a:r>
            <a:endParaRPr lang="en-US" sz="1400" dirty="0"/>
          </a:p>
          <a:p>
            <a:pPr marL="342900" indent="-342900">
              <a:spcAft>
                <a:spcPts val="400"/>
              </a:spcAft>
              <a:buSzPct val="100000"/>
              <a:buChar char="•"/>
            </a:pPr>
            <a:r>
              <a:rPr lang="en-US" sz="1400" dirty="0">
                <a:solidFill>
                  <a:schemeClr val="tx1"/>
                </a:solidFill>
              </a:rPr>
              <a:t>Příběh se dvěma konci</a:t>
            </a:r>
            <a:endParaRPr lang="en-US" sz="1400" dirty="0"/>
          </a:p>
          <a:p>
            <a:pPr marL="342900" indent="-342900">
              <a:spcAft>
                <a:spcPts val="400"/>
              </a:spcAft>
              <a:buSzPct val="100000"/>
              <a:buChar char="•"/>
            </a:pPr>
            <a:r>
              <a:rPr lang="en-US" sz="1400" dirty="0">
                <a:solidFill>
                  <a:schemeClr val="tx1"/>
                </a:solidFill>
              </a:rPr>
              <a:t>Split-screen, CZ/EN, 3 sloty</a:t>
            </a:r>
            <a:endParaRPr lang="en-US" sz="1400" dirty="0"/>
          </a:p>
        </p:txBody>
      </p:sp>
      <p:sp>
        <p:nvSpPr>
          <p:cNvPr id="7" name="Karta Zbývá"/>
          <p:cNvSpPr/>
          <p:nvPr/>
        </p:nvSpPr>
        <p:spPr>
          <a:xfrm>
            <a:off x="3264408" y="1188720"/>
            <a:ext cx="2615184" cy="2423160"/>
          </a:xfrm>
          <a:prstGeom prst="roundRect">
            <a:avLst>
              <a:gd name="adj" fmla="val 4528"/>
            </a:avLst>
          </a:prstGeom>
          <a:solidFill>
            <a:schemeClr val="bg2"/>
          </a:solidFill>
          <a:ln w="12700">
            <a:solidFill>
              <a:schemeClr val="bg2"/>
            </a:solidFill>
            <a:prstDash val="solid"/>
          </a:ln>
        </p:spPr>
      </p:sp>
      <p:sp>
        <p:nvSpPr>
          <p:cNvPr id="8" name="Tečka Zbývá"/>
          <p:cNvSpPr/>
          <p:nvPr/>
        </p:nvSpPr>
        <p:spPr>
          <a:xfrm>
            <a:off x="3447288" y="1371600"/>
            <a:ext cx="237744" cy="237744"/>
          </a:xfrm>
          <a:prstGeom prst="ellipse">
            <a:avLst/>
          </a:prstGeom>
          <a:solidFill>
            <a:schemeClr val="accent1"/>
          </a:solidFill>
          <a:ln w="12700">
            <a:solidFill>
              <a:schemeClr val="accent1"/>
            </a:solidFill>
            <a:prstDash val="solid"/>
          </a:ln>
        </p:spPr>
      </p:sp>
      <p:sp>
        <p:nvSpPr>
          <p:cNvPr id="9" name="Nadpis Zbývá"/>
          <p:cNvSpPr txBox="1"/>
          <p:nvPr/>
        </p:nvSpPr>
        <p:spPr>
          <a:xfrm>
            <a:off x="3794760" y="1298448"/>
            <a:ext cx="1920240" cy="384048"/>
          </a:xfrm>
          <a:prstGeom prst="rect">
            <a:avLst/>
          </a:prstGeom>
          <a:noFill/>
          <a:ln/>
        </p:spPr>
        <p:txBody>
          <a:bodyPr wrap="square" lIns="0" tIns="0" rIns="0" bIns="0" rtlCol="0" anchor="ctr"/>
          <a:lstStyle/>
          <a:p>
            <a:pPr indent="0" marL="0">
              <a:buNone/>
            </a:pPr>
            <a:r>
              <a:rPr lang="en-US" sz="1800" b="1" dirty="0">
                <a:solidFill>
                  <a:schemeClr val="tx1"/>
                </a:solidFill>
              </a:rPr>
              <a:t>Zbývá</a:t>
            </a:r>
            <a:endParaRPr lang="en-US" sz="1800" dirty="0"/>
          </a:p>
        </p:txBody>
      </p:sp>
      <p:sp>
        <p:nvSpPr>
          <p:cNvPr id="10" name="Seznam Zbývá"/>
          <p:cNvSpPr txBox="1"/>
          <p:nvPr/>
        </p:nvSpPr>
        <p:spPr>
          <a:xfrm>
            <a:off x="3447288" y="1783080"/>
            <a:ext cx="228600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Dokumentace a obhajoba</a:t>
            </a:r>
            <a:endParaRPr lang="en-US" sz="1400" dirty="0"/>
          </a:p>
          <a:p>
            <a:pPr marL="342900" indent="-342900">
              <a:spcAft>
                <a:spcPts val="400"/>
              </a:spcAft>
              <a:buSzPct val="100000"/>
              <a:buChar char="•"/>
            </a:pPr>
            <a:r>
              <a:rPr lang="en-US" sz="1400" dirty="0">
                <a:solidFill>
                  <a:schemeClr val="tx1"/>
                </a:solidFill>
              </a:rPr>
              <a:t>Testování a oprava chyb</a:t>
            </a:r>
            <a:endParaRPr lang="en-US" sz="1400" dirty="0"/>
          </a:p>
          <a:p>
            <a:pPr marL="342900" indent="-342900">
              <a:spcAft>
                <a:spcPts val="400"/>
              </a:spcAft>
              <a:buSzPct val="100000"/>
              <a:buChar char="•"/>
            </a:pPr>
            <a:r>
              <a:rPr lang="en-US" sz="1400" dirty="0">
                <a:solidFill>
                  <a:schemeClr val="tx1"/>
                </a:solidFill>
              </a:rPr>
              <a:t>Build a release na GitHubu</a:t>
            </a:r>
            <a:endParaRPr lang="en-US" sz="1400" dirty="0"/>
          </a:p>
          <a:p>
            <a:pPr marL="342900" indent="-342900">
              <a:spcAft>
                <a:spcPts val="400"/>
              </a:spcAft>
              <a:buSzPct val="100000"/>
              <a:buChar char="•"/>
            </a:pPr>
            <a:r>
              <a:rPr lang="en-US" sz="1400" dirty="0">
                <a:solidFill>
                  <a:schemeClr val="tx1"/>
                </a:solidFill>
              </a:rPr>
              <a:t>Uživatelská příručka</a:t>
            </a:r>
            <a:endParaRPr lang="en-US" sz="1400" dirty="0"/>
          </a:p>
        </p:txBody>
      </p:sp>
      <p:sp>
        <p:nvSpPr>
          <p:cNvPr id="11" name="Karta Nebude"/>
          <p:cNvSpPr/>
          <p:nvPr/>
        </p:nvSpPr>
        <p:spPr>
          <a:xfrm>
            <a:off x="6071616" y="1188720"/>
            <a:ext cx="2615184" cy="2423160"/>
          </a:xfrm>
          <a:prstGeom prst="roundRect">
            <a:avLst>
              <a:gd name="adj" fmla="val 4528"/>
            </a:avLst>
          </a:prstGeom>
          <a:solidFill>
            <a:schemeClr val="bg2"/>
          </a:solidFill>
          <a:ln w="12700">
            <a:solidFill>
              <a:schemeClr val="bg2"/>
            </a:solidFill>
            <a:prstDash val="solid"/>
          </a:ln>
        </p:spPr>
      </p:sp>
      <p:sp>
        <p:nvSpPr>
          <p:cNvPr id="12" name="Tečka Nebude"/>
          <p:cNvSpPr/>
          <p:nvPr/>
        </p:nvSpPr>
        <p:spPr>
          <a:xfrm>
            <a:off x="6254496" y="1371600"/>
            <a:ext cx="237744" cy="237744"/>
          </a:xfrm>
          <a:prstGeom prst="ellipse">
            <a:avLst/>
          </a:prstGeom>
          <a:solidFill>
            <a:schemeClr val="accent5"/>
          </a:solidFill>
          <a:ln w="12700">
            <a:solidFill>
              <a:schemeClr val="accent5"/>
            </a:solidFill>
            <a:prstDash val="solid"/>
          </a:ln>
        </p:spPr>
      </p:sp>
      <p:sp>
        <p:nvSpPr>
          <p:cNvPr id="13" name="Nadpis Nebude"/>
          <p:cNvSpPr txBox="1"/>
          <p:nvPr/>
        </p:nvSpPr>
        <p:spPr>
          <a:xfrm>
            <a:off x="6601968" y="1298448"/>
            <a:ext cx="1920240" cy="384048"/>
          </a:xfrm>
          <a:prstGeom prst="rect">
            <a:avLst/>
          </a:prstGeom>
          <a:noFill/>
          <a:ln/>
        </p:spPr>
        <p:txBody>
          <a:bodyPr wrap="square" lIns="0" tIns="0" rIns="0" bIns="0" rtlCol="0" anchor="ctr"/>
          <a:lstStyle/>
          <a:p>
            <a:pPr indent="0" marL="0">
              <a:buNone/>
            </a:pPr>
            <a:r>
              <a:rPr lang="en-US" sz="1800" b="1" dirty="0">
                <a:solidFill>
                  <a:schemeClr val="tx1"/>
                </a:solidFill>
              </a:rPr>
              <a:t>Nebude</a:t>
            </a:r>
            <a:endParaRPr lang="en-US" sz="1800" dirty="0"/>
          </a:p>
        </p:txBody>
      </p:sp>
      <p:sp>
        <p:nvSpPr>
          <p:cNvPr id="14" name="Seznam Nebude"/>
          <p:cNvSpPr txBox="1"/>
          <p:nvPr/>
        </p:nvSpPr>
        <p:spPr>
          <a:xfrm>
            <a:off x="6254496" y="1783080"/>
            <a:ext cx="228600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Síťový multiplayer</a:t>
            </a:r>
            <a:endParaRPr lang="en-US" sz="1400" dirty="0"/>
          </a:p>
          <a:p>
            <a:pPr marL="342900" indent="-342900">
              <a:spcAft>
                <a:spcPts val="400"/>
              </a:spcAft>
              <a:buSzPct val="100000"/>
              <a:buChar char="•"/>
            </a:pPr>
            <a:r>
              <a:rPr lang="en-US" sz="1400" dirty="0">
                <a:solidFill>
                  <a:schemeClr val="tx1"/>
                </a:solidFill>
              </a:rPr>
              <a:t>Mobilní verze</a:t>
            </a:r>
            <a:endParaRPr lang="en-US" sz="1400" dirty="0"/>
          </a:p>
          <a:p>
            <a:pPr marL="342900" indent="-342900">
              <a:spcAft>
                <a:spcPts val="400"/>
              </a:spcAft>
              <a:buSzPct val="100000"/>
              <a:buChar char="•"/>
            </a:pPr>
            <a:r>
              <a:rPr lang="en-US" sz="1400" dirty="0">
                <a:solidFill>
                  <a:schemeClr val="tx1"/>
                </a:solidFill>
              </a:rPr>
              <a:t>Vlastní 3D modely</a:t>
            </a:r>
            <a:endParaRPr lang="en-US" sz="1400" dirty="0"/>
          </a:p>
          <a:p>
            <a:pPr marL="342900" indent="-342900">
              <a:spcAft>
                <a:spcPts val="400"/>
              </a:spcAft>
              <a:buSzPct val="100000"/>
              <a:buChar char="•"/>
            </a:pPr>
            <a:r>
              <a:rPr lang="en-US" sz="1400" dirty="0">
                <a:solidFill>
                  <a:schemeClr val="tx1"/>
                </a:solidFill>
              </a:rPr>
              <a:t>Nové velké funkce</a:t>
            </a:r>
            <a:endParaRPr lang="en-US" sz="1400" dirty="0"/>
          </a:p>
        </p:txBody>
      </p:sp>
      <p:pic>
        <p:nvPicPr>
          <p:cNvPr id="15" name="Odkaz Hotovo" descr="Klikni: ukázka hotové hry">
            <a:hlinkClick r:id="rId2" tooltip="Klikni: ukázka hotové hry" action="ppaction://hlinksldjump"/>
          </p:cNvPr>
          <p:cNvPicPr>
            <a:picLocks noChangeAspect="1"/>
          </p:cNvPicPr>
          <p:nvPr/>
        </p:nvPicPr>
        <p:blipFill>
          <a:blip r:embed="rId1"/>
          <a:stretch>
            <a:fillRect/>
          </a:stretch>
        </p:blipFill>
        <p:spPr>
          <a:xfrm>
            <a:off x="457200" y="1188720"/>
            <a:ext cx="2615184" cy="2423160"/>
          </a:xfrm>
          <a:prstGeom prst="rect">
            <a:avLst/>
          </a:prstGeom>
        </p:spPr>
      </p:pic>
      <p:sp>
        <p:nvSpPr>
          <p:cNvPr id="16" name="Nápověda Hotovo"/>
          <p:cNvSpPr txBox="1"/>
          <p:nvPr/>
        </p:nvSpPr>
        <p:spPr>
          <a:xfrm>
            <a:off x="457200" y="3657600"/>
            <a:ext cx="2615184" cy="228600"/>
          </a:xfrm>
          <a:prstGeom prst="rect">
            <a:avLst/>
          </a:prstGeom>
          <a:noFill/>
          <a:ln/>
        </p:spPr>
        <p:txBody>
          <a:bodyPr wrap="square" lIns="0" tIns="0" rIns="0" bIns="0" rtlCol="0" anchor="ctr"/>
          <a:lstStyle/>
          <a:p>
            <a:pPr indent="0" marL="0">
              <a:buNone/>
            </a:pPr>
            <a:r>
              <a:rPr lang="en-US" sz="1100" i="1" dirty="0">
                <a:solidFill>
                  <a:schemeClr val="accent5"/>
                </a:solidFill>
              </a:rPr>
              <a:t>Klikni na „Hotovo“ pro ukázku hry</a:t>
            </a:r>
            <a:endParaRPr lang="en-US" sz="1100" dirty="0"/>
          </a:p>
        </p:txBody>
      </p:sp>
      <p:sp>
        <p:nvSpPr>
          <p:cNvPr id="17" name="Číslo 1"/>
          <p:cNvSpPr txBox="1"/>
          <p:nvPr/>
        </p:nvSpPr>
        <p:spPr>
          <a:xfrm>
            <a:off x="457200" y="3931920"/>
            <a:ext cx="1325880" cy="640080"/>
          </a:xfrm>
          <a:prstGeom prst="rect">
            <a:avLst/>
          </a:prstGeom>
          <a:noFill/>
          <a:ln/>
        </p:spPr>
        <p:txBody>
          <a:bodyPr wrap="square" lIns="0" tIns="0" rIns="0" bIns="0" rtlCol="0" anchor="ctr"/>
          <a:lstStyle/>
          <a:p>
            <a:pPr algn="r" indent="0" marL="0">
              <a:buNone/>
            </a:pPr>
            <a:r>
              <a:rPr lang="en-US" sz="3000" b="1" dirty="0">
                <a:solidFill>
                  <a:schemeClr val="accent2"/>
                </a:solidFill>
                <a:latin typeface="Cambria" pitchFamily="34" charset="0"/>
                <a:ea typeface="Cambria" pitchFamily="34" charset="-122"/>
                <a:cs typeface="Cambria" pitchFamily="34" charset="-120"/>
              </a:rPr>
              <a:t>60+</a:t>
            </a:r>
            <a:endParaRPr lang="en-US" sz="3000" dirty="0"/>
          </a:p>
        </p:txBody>
      </p:sp>
      <p:sp>
        <p:nvSpPr>
          <p:cNvPr id="18" name="Popisek 1"/>
          <p:cNvSpPr txBox="1"/>
          <p:nvPr/>
        </p:nvSpPr>
        <p:spPr>
          <a:xfrm>
            <a:off x="1920240" y="3931920"/>
            <a:ext cx="1234440" cy="640080"/>
          </a:xfrm>
          <a:prstGeom prst="rect">
            <a:avLst/>
          </a:prstGeom>
          <a:noFill/>
          <a:ln/>
        </p:spPr>
        <p:txBody>
          <a:bodyPr wrap="square" lIns="0" tIns="0" rIns="0" bIns="0" rtlCol="0" anchor="ctr"/>
          <a:lstStyle/>
          <a:p>
            <a:pPr indent="0" marL="0">
              <a:buNone/>
            </a:pPr>
            <a:r>
              <a:rPr lang="en-US" sz="1400" dirty="0">
                <a:solidFill>
                  <a:schemeClr val="tx1"/>
                </a:solidFill>
              </a:rPr>
              <a:t>skriptů v C#</a:t>
            </a:r>
            <a:endParaRPr lang="en-US" sz="1400" dirty="0"/>
          </a:p>
        </p:txBody>
      </p:sp>
      <p:sp>
        <p:nvSpPr>
          <p:cNvPr id="19" name="Číslo 2"/>
          <p:cNvSpPr txBox="1"/>
          <p:nvPr/>
        </p:nvSpPr>
        <p:spPr>
          <a:xfrm>
            <a:off x="3264408" y="3931920"/>
            <a:ext cx="1325880" cy="640080"/>
          </a:xfrm>
          <a:prstGeom prst="rect">
            <a:avLst/>
          </a:prstGeom>
          <a:noFill/>
          <a:ln/>
        </p:spPr>
        <p:txBody>
          <a:bodyPr wrap="square" lIns="0" tIns="0" rIns="0" bIns="0" rtlCol="0" anchor="ctr"/>
          <a:lstStyle/>
          <a:p>
            <a:pPr algn="r" indent="0" marL="0">
              <a:buNone/>
            </a:pPr>
            <a:r>
              <a:rPr lang="en-US" sz="3000" b="1" dirty="0">
                <a:solidFill>
                  <a:schemeClr val="accent2"/>
                </a:solidFill>
                <a:latin typeface="Cambria" pitchFamily="34" charset="0"/>
                <a:ea typeface="Cambria" pitchFamily="34" charset="-122"/>
                <a:cs typeface="Cambria" pitchFamily="34" charset="-120"/>
              </a:rPr>
              <a:t>18 000</a:t>
            </a:r>
            <a:endParaRPr lang="en-US" sz="3000" dirty="0"/>
          </a:p>
        </p:txBody>
      </p:sp>
      <p:sp>
        <p:nvSpPr>
          <p:cNvPr id="20" name="Popisek 2"/>
          <p:cNvSpPr txBox="1"/>
          <p:nvPr/>
        </p:nvSpPr>
        <p:spPr>
          <a:xfrm>
            <a:off x="4727448" y="3931920"/>
            <a:ext cx="1234440" cy="640080"/>
          </a:xfrm>
          <a:prstGeom prst="rect">
            <a:avLst/>
          </a:prstGeom>
          <a:noFill/>
          <a:ln/>
        </p:spPr>
        <p:txBody>
          <a:bodyPr wrap="square" lIns="0" tIns="0" rIns="0" bIns="0" rtlCol="0" anchor="ctr"/>
          <a:lstStyle/>
          <a:p>
            <a:pPr indent="0" marL="0">
              <a:buNone/>
            </a:pPr>
            <a:r>
              <a:rPr lang="en-US" sz="1400" dirty="0">
                <a:solidFill>
                  <a:schemeClr val="tx1"/>
                </a:solidFill>
              </a:rPr>
              <a:t>řádků kódu</a:t>
            </a:r>
            <a:endParaRPr lang="en-US" sz="1400" dirty="0"/>
          </a:p>
        </p:txBody>
      </p:sp>
      <p:sp>
        <p:nvSpPr>
          <p:cNvPr id="21" name="Číslo 3"/>
          <p:cNvSpPr txBox="1"/>
          <p:nvPr/>
        </p:nvSpPr>
        <p:spPr>
          <a:xfrm>
            <a:off x="6071616" y="3931920"/>
            <a:ext cx="1325880" cy="640080"/>
          </a:xfrm>
          <a:prstGeom prst="rect">
            <a:avLst/>
          </a:prstGeom>
          <a:noFill/>
          <a:ln/>
        </p:spPr>
        <p:txBody>
          <a:bodyPr wrap="square" lIns="0" tIns="0" rIns="0" bIns="0" rtlCol="0" anchor="ctr"/>
          <a:lstStyle/>
          <a:p>
            <a:pPr algn="r" indent="0" marL="0">
              <a:buNone/>
            </a:pPr>
            <a:r>
              <a:rPr lang="en-US" sz="3000" b="1" dirty="0">
                <a:solidFill>
                  <a:schemeClr val="accent2"/>
                </a:solidFill>
                <a:latin typeface="Cambria" pitchFamily="34" charset="0"/>
                <a:ea typeface="Cambria" pitchFamily="34" charset="-122"/>
                <a:cs typeface="Cambria" pitchFamily="34" charset="-120"/>
              </a:rPr>
              <a:t>200+</a:t>
            </a:r>
            <a:endParaRPr lang="en-US" sz="3000" dirty="0"/>
          </a:p>
        </p:txBody>
      </p:sp>
      <p:sp>
        <p:nvSpPr>
          <p:cNvPr id="22" name="Popisek 3"/>
          <p:cNvSpPr txBox="1"/>
          <p:nvPr/>
        </p:nvSpPr>
        <p:spPr>
          <a:xfrm>
            <a:off x="7534656" y="3931920"/>
            <a:ext cx="1234440" cy="640080"/>
          </a:xfrm>
          <a:prstGeom prst="rect">
            <a:avLst/>
          </a:prstGeom>
          <a:noFill/>
          <a:ln/>
        </p:spPr>
        <p:txBody>
          <a:bodyPr wrap="square" lIns="0" tIns="0" rIns="0" bIns="0" rtlCol="0" anchor="ctr"/>
          <a:lstStyle/>
          <a:p>
            <a:pPr indent="0" marL="0">
              <a:buNone/>
            </a:pPr>
            <a:r>
              <a:rPr lang="en-US" sz="1400" dirty="0">
                <a:solidFill>
                  <a:schemeClr val="tx1"/>
                </a:solidFill>
              </a:rPr>
              <a:t>commitů na GitHubu</a:t>
            </a:r>
            <a:endParaRPr lang="en-US" sz="1400" dirty="0"/>
          </a:p>
        </p:txBody>
      </p:sp>
      <p:sp>
        <p:nvSpPr>
          <p:cNvPr id="23"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4"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5" name="Nav odkaz Téma" descr="Přejít: Téma">
            <a:hlinkClick r:id="rId4" tooltip="Přejít: Téma" action="ppaction://hlinksldjump"/>
          </p:cNvPr>
          <p:cNvPicPr>
            <a:picLocks noChangeAspect="1"/>
          </p:cNvPicPr>
          <p:nvPr/>
        </p:nvPicPr>
        <p:blipFill>
          <a:blip r:embed="rId3"/>
          <a:stretch>
            <a:fillRect/>
          </a:stretch>
        </p:blipFill>
        <p:spPr>
          <a:xfrm>
            <a:off x="457200" y="4700016"/>
            <a:ext cx="914400" cy="256032"/>
          </a:xfrm>
          <a:prstGeom prst="rect">
            <a:avLst/>
          </a:prstGeom>
        </p:spPr>
      </p:pic>
      <p:sp>
        <p:nvSpPr>
          <p:cNvPr id="26" name="Nav Rozsah"/>
          <p:cNvSpPr/>
          <p:nvPr/>
        </p:nvSpPr>
        <p:spPr>
          <a:xfrm>
            <a:off x="1426464" y="4700016"/>
            <a:ext cx="914400" cy="256032"/>
          </a:xfrm>
          <a:prstGeom prst="roundRect">
            <a:avLst>
              <a:gd name="adj" fmla="val 28571"/>
            </a:avLst>
          </a:prstGeom>
          <a:solidFill>
            <a:schemeClr val="accent2"/>
          </a:solidFill>
          <a:ln w="12700">
            <a:solidFill>
              <a:schemeClr val="accent2"/>
            </a:solidFill>
            <a:prstDash val="solid"/>
          </a:ln>
        </p:spPr>
      </p:sp>
      <p:sp>
        <p:nvSpPr>
          <p:cNvPr id="27"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Rozsah</a:t>
            </a:r>
            <a:endParaRPr lang="en-US" sz="1100" dirty="0"/>
          </a:p>
        </p:txBody>
      </p:sp>
      <p:pic>
        <p:nvPicPr>
          <p:cNvPr id="28" name="Nav odkaz Rozsah" descr="Přejít: Rozsah">
            <a:hlinkClick r:id="rId6" tooltip="Přejít: Rozsah" action="ppaction://hlinksldjump"/>
          </p:cNvPr>
          <p:cNvPicPr>
            <a:picLocks noChangeAspect="1"/>
          </p:cNvPicPr>
          <p:nvPr/>
        </p:nvPicPr>
        <p:blipFill>
          <a:blip r:embed="rId5"/>
          <a:stretch>
            <a:fillRect/>
          </a:stretch>
        </p:blipFill>
        <p:spPr>
          <a:xfrm>
            <a:off x="1426464" y="4700016"/>
            <a:ext cx="914400" cy="256032"/>
          </a:xfrm>
          <a:prstGeom prst="rect">
            <a:avLst/>
          </a:prstGeom>
        </p:spPr>
      </p:pic>
      <p:sp>
        <p:nvSpPr>
          <p:cNvPr id="29"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0"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1" name="Nav odkaz Technika" descr="Přejít: Technika">
            <a:hlinkClick r:id="rId8" tooltip="Přejít: Technika" action="ppaction://hlinksldjump"/>
          </p:cNvPr>
          <p:cNvPicPr>
            <a:picLocks noChangeAspect="1"/>
          </p:cNvPicPr>
          <p:nvPr/>
        </p:nvPicPr>
        <p:blipFill>
          <a:blip r:embed="rId7"/>
          <a:stretch>
            <a:fillRect/>
          </a:stretch>
        </p:blipFill>
        <p:spPr>
          <a:xfrm>
            <a:off x="2395728" y="4700016"/>
            <a:ext cx="914400" cy="256032"/>
          </a:xfrm>
          <a:prstGeom prst="rect">
            <a:avLst/>
          </a:prstGeom>
        </p:spPr>
      </p:pic>
      <p:sp>
        <p:nvSpPr>
          <p:cNvPr id="32"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3"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4" name="Nav odkaz Ukázka" descr="Přejít: Ukázka">
            <a:hlinkClick r:id="rId10" tooltip="Přejít: Ukázka" action="ppaction://hlinksldjump"/>
          </p:cNvPr>
          <p:cNvPicPr>
            <a:picLocks noChangeAspect="1"/>
          </p:cNvPicPr>
          <p:nvPr/>
        </p:nvPicPr>
        <p:blipFill>
          <a:blip r:embed="rId9"/>
          <a:stretch>
            <a:fillRect/>
          </a:stretch>
        </p:blipFill>
        <p:spPr>
          <a:xfrm>
            <a:off x="3364992" y="4700016"/>
            <a:ext cx="914400" cy="256032"/>
          </a:xfrm>
          <a:prstGeom prst="rect">
            <a:avLst/>
          </a:prstGeom>
        </p:spPr>
      </p:pic>
      <p:sp>
        <p:nvSpPr>
          <p:cNvPr id="35"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6"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37" name="Nav odkaz Rizika" descr="Přejít: Rizika">
            <a:hlinkClick r:id="rId12" tooltip="Přejít: Rizika" action="ppaction://hlinksldjump"/>
          </p:cNvPr>
          <p:cNvPicPr>
            <a:picLocks noChangeAspect="1"/>
          </p:cNvPicPr>
          <p:nvPr/>
        </p:nvPicPr>
        <p:blipFill>
          <a:blip r:embed="rId11"/>
          <a:stretch>
            <a:fillRect/>
          </a:stretch>
        </p:blipFill>
        <p:spPr>
          <a:xfrm>
            <a:off x="4334256" y="4700016"/>
            <a:ext cx="914400" cy="256032"/>
          </a:xfrm>
          <a:prstGeom prst="rect">
            <a:avLst/>
          </a:prstGeom>
        </p:spPr>
      </p:pic>
      <p:sp>
        <p:nvSpPr>
          <p:cNvPr id="38"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39"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0" name="Nav odkaz Plán" descr="Přejít: Plán">
            <a:hlinkClick r:id="rId14" tooltip="Přejít: Plán" action="ppaction://hlinksldjump"/>
          </p:cNvPr>
          <p:cNvPicPr>
            <a:picLocks noChangeAspect="1"/>
          </p:cNvPicPr>
          <p:nvPr/>
        </p:nvPicPr>
        <p:blipFill>
          <a:blip r:embed="rId13"/>
          <a:stretch>
            <a:fillRect/>
          </a:stretch>
        </p:blipFill>
        <p:spPr>
          <a:xfrm>
            <a:off x="5303520" y="4700016"/>
            <a:ext cx="914400" cy="256032"/>
          </a:xfrm>
          <a:prstGeom prst="rect">
            <a:avLst/>
          </a:prstGeom>
        </p:spPr>
      </p:pic>
      <p:sp>
        <p:nvSpPr>
          <p:cNvPr id="41"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2"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3" name="Nav odkaz Otázky" descr="Přejít: Otázky">
            <a:hlinkClick r:id="rId16" tooltip="Přejít: Otázky" action="ppaction://hlinksldjump"/>
          </p:cNvPr>
          <p:cNvPicPr>
            <a:picLocks noChangeAspect="1"/>
          </p:cNvPicPr>
          <p:nvPr/>
        </p:nvPicPr>
        <p:blipFill>
          <a:blip r:embed="rId15"/>
          <a:stretch>
            <a:fillRect/>
          </a:stretch>
        </p:blipFill>
        <p:spPr>
          <a:xfrm>
            <a:off x="6272784" y="4700016"/>
            <a:ext cx="914400" cy="256032"/>
          </a:xfrm>
          <a:prstGeom prst="rect">
            <a:avLst/>
          </a:prstGeom>
        </p:spPr>
      </p:pic>
      <p:sp>
        <p:nvSpPr>
          <p:cNvPr id="44"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3</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Architektura</a:t>
            </a:r>
            <a:endParaRPr lang="en-US" sz="3400" dirty="0"/>
          </a:p>
        </p:txBody>
      </p:sp>
      <p:pic>
        <p:nvPicPr>
          <p:cNvPr id="3" name="Schéma architektury" descr="Schéma vrstev: rozhraní, herní logika, stav a ukládání">    </p:cNvPr>
          <p:cNvPicPr>
            <a:picLocks noChangeAspect="1"/>
          </p:cNvPicPr>
          <p:nvPr/>
        </p:nvPicPr>
        <p:blipFill>
          <a:blip r:embed="rId1"/>
          <a:stretch>
            <a:fillRect/>
          </a:stretch>
        </p:blipFill>
        <p:spPr>
          <a:xfrm>
            <a:off x="457200" y="1097280"/>
            <a:ext cx="4480560" cy="3236976"/>
          </a:xfrm>
          <a:prstGeom prst="rect">
            <a:avLst/>
          </a:prstGeom>
        </p:spPr>
      </p:pic>
      <p:pic>
        <p:nvPicPr>
          <p:cNvPr id="4" name="Vrstva UI" descr="Detail: prezentace (UI)">
            <a:hlinkClick r:id="rId3" tooltip="Detail: prezentace (UI)" action="ppaction://hlinksldjump"/>
          </p:cNvPr>
          <p:cNvPicPr>
            <a:picLocks noChangeAspect="1"/>
          </p:cNvPicPr>
          <p:nvPr/>
        </p:nvPicPr>
        <p:blipFill>
          <a:blip r:embed="rId2"/>
          <a:stretch>
            <a:fillRect/>
          </a:stretch>
        </p:blipFill>
        <p:spPr>
          <a:xfrm>
            <a:off x="630936" y="1380744"/>
            <a:ext cx="4133088" cy="603504"/>
          </a:xfrm>
          <a:prstGeom prst="rect">
            <a:avLst/>
          </a:prstGeom>
        </p:spPr>
      </p:pic>
      <p:pic>
        <p:nvPicPr>
          <p:cNvPr id="5" name="Vrstva logika hlavní scéna" descr="Detail: herní logika">
            <a:hlinkClick r:id="rId5" tooltip="Detail: herní logika" action="ppaction://hlinksldjump"/>
          </p:cNvPr>
          <p:cNvPicPr>
            <a:picLocks noChangeAspect="1"/>
          </p:cNvPicPr>
          <p:nvPr/>
        </p:nvPicPr>
        <p:blipFill>
          <a:blip r:embed="rId4"/>
          <a:stretch>
            <a:fillRect/>
          </a:stretch>
        </p:blipFill>
        <p:spPr>
          <a:xfrm>
            <a:off x="630936" y="2093976"/>
            <a:ext cx="1993392" cy="804672"/>
          </a:xfrm>
          <a:prstGeom prst="rect">
            <a:avLst/>
          </a:prstGeom>
        </p:spPr>
      </p:pic>
      <p:pic>
        <p:nvPicPr>
          <p:cNvPr id="6" name="Vrstva logika maják" descr="Detail: herní logika">
            <a:hlinkClick r:id="rId7" tooltip="Detail: herní logika" action="ppaction://hlinksldjump"/>
          </p:cNvPr>
          <p:cNvPicPr>
            <a:picLocks noChangeAspect="1"/>
          </p:cNvPicPr>
          <p:nvPr/>
        </p:nvPicPr>
        <p:blipFill>
          <a:blip r:embed="rId6"/>
          <a:stretch>
            <a:fillRect/>
          </a:stretch>
        </p:blipFill>
        <p:spPr>
          <a:xfrm>
            <a:off x="2779776" y="2093976"/>
            <a:ext cx="1984248" cy="804672"/>
          </a:xfrm>
          <a:prstGeom prst="rect">
            <a:avLst/>
          </a:prstGeom>
        </p:spPr>
      </p:pic>
      <p:pic>
        <p:nvPicPr>
          <p:cNvPr id="7" name="Vrstva stav" descr="Detail: stav hry">
            <a:hlinkClick r:id="rId9" tooltip="Detail: stav hry" action="ppaction://hlinksldjump"/>
          </p:cNvPr>
          <p:cNvPicPr>
            <a:picLocks noChangeAspect="1"/>
          </p:cNvPicPr>
          <p:nvPr/>
        </p:nvPicPr>
        <p:blipFill>
          <a:blip r:embed="rId8"/>
          <a:stretch>
            <a:fillRect/>
          </a:stretch>
        </p:blipFill>
        <p:spPr>
          <a:xfrm>
            <a:off x="630936" y="3054096"/>
            <a:ext cx="4133088" cy="557784"/>
          </a:xfrm>
          <a:prstGeom prst="rect">
            <a:avLst/>
          </a:prstGeom>
        </p:spPr>
      </p:pic>
      <p:pic>
        <p:nvPicPr>
          <p:cNvPr id="8" name="Vrstva ukládání" descr="Detail: ukládání">
            <a:hlinkClick r:id="rId11" tooltip="Detail: ukládání" action="ppaction://hlinksldjump"/>
          </p:cNvPr>
          <p:cNvPicPr>
            <a:picLocks noChangeAspect="1"/>
          </p:cNvPicPr>
          <p:nvPr/>
        </p:nvPicPr>
        <p:blipFill>
          <a:blip r:embed="rId10"/>
          <a:stretch>
            <a:fillRect/>
          </a:stretch>
        </p:blipFill>
        <p:spPr>
          <a:xfrm>
            <a:off x="630936" y="3703320"/>
            <a:ext cx="2203704" cy="512064"/>
          </a:xfrm>
          <a:prstGeom prst="rect">
            <a:avLst/>
          </a:prstGeom>
        </p:spPr>
      </p:pic>
      <p:sp>
        <p:nvSpPr>
          <p:cNvPr id="9" name="Nápověda schéma"/>
          <p:cNvSpPr txBox="1"/>
          <p:nvPr/>
        </p:nvSpPr>
        <p:spPr>
          <a:xfrm>
            <a:off x="457200" y="4370832"/>
            <a:ext cx="4480560" cy="256032"/>
          </a:xfrm>
          <a:prstGeom prst="rect">
            <a:avLst/>
          </a:prstGeom>
          <a:noFill/>
          <a:ln/>
        </p:spPr>
        <p:txBody>
          <a:bodyPr wrap="square" lIns="0" tIns="0" rIns="0" bIns="0" rtlCol="0" anchor="ctr"/>
          <a:lstStyle/>
          <a:p>
            <a:pPr indent="0" marL="0">
              <a:buNone/>
            </a:pPr>
            <a:r>
              <a:rPr lang="en-US" sz="1200" i="1" dirty="0">
                <a:solidFill>
                  <a:schemeClr val="accent5"/>
                </a:solidFill>
              </a:rPr>
              <a:t>Klikni na vrstvu schématu pro detail</a:t>
            </a:r>
            <a:endParaRPr lang="en-US" sz="1200" dirty="0"/>
          </a:p>
        </p:txBody>
      </p:sp>
      <p:sp>
        <p:nvSpPr>
          <p:cNvPr id="10" name="Číslo 1"/>
          <p:cNvSpPr/>
          <p:nvPr/>
        </p:nvSpPr>
        <p:spPr>
          <a:xfrm>
            <a:off x="5257800" y="1143000"/>
            <a:ext cx="365760" cy="365760"/>
          </a:xfrm>
          <a:prstGeom prst="ellipse">
            <a:avLst/>
          </a:prstGeom>
          <a:solidFill>
            <a:schemeClr val="accent2"/>
          </a:solidFill>
          <a:ln w="12700">
            <a:solidFill>
              <a:schemeClr val="accent2"/>
            </a:solidFill>
            <a:prstDash val="solid"/>
          </a:ln>
        </p:spPr>
      </p:sp>
      <p:sp>
        <p:nvSpPr>
          <p:cNvPr id="11" name="Číslo 1 text"/>
          <p:cNvSpPr txBox="1"/>
          <p:nvPr/>
        </p:nvSpPr>
        <p:spPr>
          <a:xfrm>
            <a:off x="5257800" y="11430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Nadpis 1"/>
          <p:cNvSpPr txBox="1"/>
          <p:nvPr/>
        </p:nvSpPr>
        <p:spPr>
          <a:xfrm>
            <a:off x="5760720" y="1097280"/>
            <a:ext cx="2926080" cy="292608"/>
          </a:xfrm>
          <a:prstGeom prst="rect">
            <a:avLst/>
          </a:prstGeom>
          <a:noFill/>
          <a:ln/>
        </p:spPr>
        <p:txBody>
          <a:bodyPr wrap="square" lIns="0" tIns="0" rIns="0" bIns="0" rtlCol="0" anchor="ctr"/>
          <a:lstStyle/>
          <a:p>
            <a:pPr indent="0" marL="0">
              <a:buNone/>
            </a:pPr>
            <a:r>
              <a:rPr lang="en-US" sz="1600" b="1" dirty="0">
                <a:solidFill>
                  <a:schemeClr val="tx1"/>
                </a:solidFill>
              </a:rPr>
              <a:t>Unity 6, C#, URP</a:t>
            </a:r>
            <a:endParaRPr lang="en-US" sz="1600" dirty="0"/>
          </a:p>
        </p:txBody>
      </p:sp>
      <p:sp>
        <p:nvSpPr>
          <p:cNvPr id="13" name="Popis 1"/>
          <p:cNvSpPr txBox="1"/>
          <p:nvPr/>
        </p:nvSpPr>
        <p:spPr>
          <a:xfrm>
            <a:off x="5760720" y="1408176"/>
            <a:ext cx="2926080" cy="502920"/>
          </a:xfrm>
          <a:prstGeom prst="rect">
            <a:avLst/>
          </a:prstGeom>
          <a:noFill/>
          <a:ln/>
        </p:spPr>
        <p:txBody>
          <a:bodyPr wrap="square" lIns="0" tIns="0" rIns="0" bIns="0" rtlCol="0" anchor="t"/>
          <a:lstStyle/>
          <a:p>
            <a:pPr indent="0" marL="0">
              <a:buNone/>
            </a:pPr>
            <a:r>
              <a:rPr lang="en-US" sz="1400" dirty="0">
                <a:solidFill>
                  <a:schemeClr val="accent5"/>
                </a:solidFill>
              </a:rPr>
              <a:t>Jedna offline aplikace, žádný server.</a:t>
            </a:r>
            <a:endParaRPr lang="en-US" sz="1400" dirty="0"/>
          </a:p>
        </p:txBody>
      </p:sp>
      <p:sp>
        <p:nvSpPr>
          <p:cNvPr id="14" name="Číslo 2"/>
          <p:cNvSpPr/>
          <p:nvPr/>
        </p:nvSpPr>
        <p:spPr>
          <a:xfrm>
            <a:off x="5257800" y="2011680"/>
            <a:ext cx="365760" cy="365760"/>
          </a:xfrm>
          <a:prstGeom prst="ellipse">
            <a:avLst/>
          </a:prstGeom>
          <a:solidFill>
            <a:schemeClr val="accent2"/>
          </a:solidFill>
          <a:ln w="12700">
            <a:solidFill>
              <a:schemeClr val="accent2"/>
            </a:solidFill>
            <a:prstDash val="solid"/>
          </a:ln>
        </p:spPr>
      </p:sp>
      <p:sp>
        <p:nvSpPr>
          <p:cNvPr id="15" name="Číslo 2 text"/>
          <p:cNvSpPr txBox="1"/>
          <p:nvPr/>
        </p:nvSpPr>
        <p:spPr>
          <a:xfrm>
            <a:off x="5257800" y="20116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Nadpis 2"/>
          <p:cNvSpPr txBox="1"/>
          <p:nvPr/>
        </p:nvSpPr>
        <p:spPr>
          <a:xfrm>
            <a:off x="5760720" y="1965960"/>
            <a:ext cx="2926080" cy="292608"/>
          </a:xfrm>
          <a:prstGeom prst="rect">
            <a:avLst/>
          </a:prstGeom>
          <a:noFill/>
          <a:ln/>
        </p:spPr>
        <p:txBody>
          <a:bodyPr wrap="square" lIns="0" tIns="0" rIns="0" bIns="0" rtlCol="0" anchor="ctr"/>
          <a:lstStyle/>
          <a:p>
            <a:pPr indent="0" marL="0">
              <a:buNone/>
            </a:pPr>
            <a:r>
              <a:rPr lang="en-US" sz="1600" b="1" dirty="0">
                <a:solidFill>
                  <a:schemeClr val="tx1"/>
                </a:solidFill>
              </a:rPr>
              <a:t>Jeden zdroj pravdy</a:t>
            </a:r>
            <a:endParaRPr lang="en-US" sz="1600" dirty="0"/>
          </a:p>
        </p:txBody>
      </p:sp>
      <p:sp>
        <p:nvSpPr>
          <p:cNvPr id="17" name="Popis 2"/>
          <p:cNvSpPr txBox="1"/>
          <p:nvPr/>
        </p:nvSpPr>
        <p:spPr>
          <a:xfrm>
            <a:off x="5760720" y="2276856"/>
            <a:ext cx="2926080" cy="502920"/>
          </a:xfrm>
          <a:prstGeom prst="rect">
            <a:avLst/>
          </a:prstGeom>
          <a:noFill/>
          <a:ln/>
        </p:spPr>
        <p:txBody>
          <a:bodyPr wrap="square" lIns="0" tIns="0" rIns="0" bIns="0" rtlCol="0" anchor="t"/>
          <a:lstStyle/>
          <a:p>
            <a:pPr indent="0" marL="0">
              <a:buNone/>
            </a:pPr>
            <a:r>
              <a:rPr lang="en-US" sz="1400" dirty="0">
                <a:solidFill>
                  <a:schemeClr val="accent5"/>
                </a:solidFill>
              </a:rPr>
              <a:t>Stav hry v GameData, ukládá se do JSON, 3 sloty.</a:t>
            </a:r>
            <a:endParaRPr lang="en-US" sz="1400" dirty="0"/>
          </a:p>
        </p:txBody>
      </p:sp>
      <p:pic>
        <p:nvPicPr>
          <p:cNvPr id="18" name="Odkaz bod 2" descr="Klikni pro detail">
            <a:hlinkClick r:id="rId13" tooltip="Klikni pro detail" action="ppaction://hlinksldjump"/>
          </p:cNvPr>
          <p:cNvPicPr>
            <a:picLocks noChangeAspect="1"/>
          </p:cNvPicPr>
          <p:nvPr/>
        </p:nvPicPr>
        <p:blipFill>
          <a:blip r:embed="rId12"/>
          <a:stretch>
            <a:fillRect/>
          </a:stretch>
        </p:blipFill>
        <p:spPr>
          <a:xfrm>
            <a:off x="5257800" y="1965960"/>
            <a:ext cx="3429000" cy="822960"/>
          </a:xfrm>
          <a:prstGeom prst="rect">
            <a:avLst/>
          </a:prstGeom>
        </p:spPr>
      </p:pic>
      <p:sp>
        <p:nvSpPr>
          <p:cNvPr id="19" name="Číslo 3"/>
          <p:cNvSpPr/>
          <p:nvPr/>
        </p:nvSpPr>
        <p:spPr>
          <a:xfrm>
            <a:off x="5257800" y="2880360"/>
            <a:ext cx="365760" cy="365760"/>
          </a:xfrm>
          <a:prstGeom prst="ellipse">
            <a:avLst/>
          </a:prstGeom>
          <a:solidFill>
            <a:schemeClr val="accent2"/>
          </a:solidFill>
          <a:ln w="12700">
            <a:solidFill>
              <a:schemeClr val="accent2"/>
            </a:solidFill>
            <a:prstDash val="solid"/>
          </a:ln>
        </p:spPr>
      </p:sp>
      <p:sp>
        <p:nvSpPr>
          <p:cNvPr id="20" name="Číslo 3 text"/>
          <p:cNvSpPr txBox="1"/>
          <p:nvPr/>
        </p:nvSpPr>
        <p:spPr>
          <a:xfrm>
            <a:off x="5257800" y="28803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Nadpis 3"/>
          <p:cNvSpPr txBox="1"/>
          <p:nvPr/>
        </p:nvSpPr>
        <p:spPr>
          <a:xfrm>
            <a:off x="5760720" y="2834640"/>
            <a:ext cx="2926080" cy="292608"/>
          </a:xfrm>
          <a:prstGeom prst="rect">
            <a:avLst/>
          </a:prstGeom>
          <a:noFill/>
          <a:ln/>
        </p:spPr>
        <p:txBody>
          <a:bodyPr wrap="square" lIns="0" tIns="0" rIns="0" bIns="0" rtlCol="0" anchor="ctr"/>
          <a:lstStyle/>
          <a:p>
            <a:pPr indent="0" marL="0">
              <a:buNone/>
            </a:pPr>
            <a:r>
              <a:rPr lang="en-US" sz="1600" b="1" dirty="0">
                <a:solidFill>
                  <a:schemeClr val="tx1"/>
                </a:solidFill>
              </a:rPr>
              <a:t>Nekonečný svět</a:t>
            </a:r>
            <a:endParaRPr lang="en-US" sz="1600" dirty="0"/>
          </a:p>
        </p:txBody>
      </p:sp>
      <p:sp>
        <p:nvSpPr>
          <p:cNvPr id="22" name="Popis 3"/>
          <p:cNvSpPr txBox="1"/>
          <p:nvPr/>
        </p:nvSpPr>
        <p:spPr>
          <a:xfrm>
            <a:off x="5760720" y="3145536"/>
            <a:ext cx="2926080" cy="502920"/>
          </a:xfrm>
          <a:prstGeom prst="rect">
            <a:avLst/>
          </a:prstGeom>
          <a:noFill/>
          <a:ln/>
        </p:spPr>
        <p:txBody>
          <a:bodyPr wrap="square" lIns="0" tIns="0" rIns="0" bIns="0" rtlCol="0" anchor="t"/>
          <a:lstStyle/>
          <a:p>
            <a:pPr indent="0" marL="0">
              <a:buNone/>
            </a:pPr>
            <a:r>
              <a:rPr lang="en-US" sz="1400" dirty="0">
                <a:solidFill>
                  <a:schemeClr val="accent5"/>
                </a:solidFill>
              </a:rPr>
              <a:t>Generuje se kolem hráče, moře je jedna plocha.</a:t>
            </a:r>
            <a:endParaRPr lang="en-US" sz="1400" dirty="0"/>
          </a:p>
        </p:txBody>
      </p:sp>
      <p:pic>
        <p:nvPicPr>
          <p:cNvPr id="23" name="Odkaz bod 3" descr="Klikni pro detail">
            <a:hlinkClick r:id="rId15" tooltip="Klikni pro detail" action="ppaction://hlinksldjump"/>
          </p:cNvPr>
          <p:cNvPicPr>
            <a:picLocks noChangeAspect="1"/>
          </p:cNvPicPr>
          <p:nvPr/>
        </p:nvPicPr>
        <p:blipFill>
          <a:blip r:embed="rId14"/>
          <a:stretch>
            <a:fillRect/>
          </a:stretch>
        </p:blipFill>
        <p:spPr>
          <a:xfrm>
            <a:off x="5257800" y="2834640"/>
            <a:ext cx="3429000" cy="822960"/>
          </a:xfrm>
          <a:prstGeom prst="rect">
            <a:avLst/>
          </a:prstGeom>
        </p:spPr>
      </p:pic>
      <p:sp>
        <p:nvSpPr>
          <p:cNvPr id="24" name="Číslo 4"/>
          <p:cNvSpPr/>
          <p:nvPr/>
        </p:nvSpPr>
        <p:spPr>
          <a:xfrm>
            <a:off x="5257800" y="3749040"/>
            <a:ext cx="365760" cy="365760"/>
          </a:xfrm>
          <a:prstGeom prst="ellipse">
            <a:avLst/>
          </a:prstGeom>
          <a:solidFill>
            <a:schemeClr val="accent2"/>
          </a:solidFill>
          <a:ln w="12700">
            <a:solidFill>
              <a:schemeClr val="accent2"/>
            </a:solidFill>
            <a:prstDash val="solid"/>
          </a:ln>
        </p:spPr>
      </p:sp>
      <p:sp>
        <p:nvSpPr>
          <p:cNvPr id="25" name="Číslo 4 text"/>
          <p:cNvSpPr txBox="1"/>
          <p:nvPr/>
        </p:nvSpPr>
        <p:spPr>
          <a:xfrm>
            <a:off x="5257800" y="3749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Nadpis 4"/>
          <p:cNvSpPr txBox="1"/>
          <p:nvPr/>
        </p:nvSpPr>
        <p:spPr>
          <a:xfrm>
            <a:off x="5760720" y="3703320"/>
            <a:ext cx="2926080" cy="292608"/>
          </a:xfrm>
          <a:prstGeom prst="rect">
            <a:avLst/>
          </a:prstGeom>
          <a:noFill/>
          <a:ln/>
        </p:spPr>
        <p:txBody>
          <a:bodyPr wrap="square" lIns="0" tIns="0" rIns="0" bIns="0" rtlCol="0" anchor="ctr"/>
          <a:lstStyle/>
          <a:p>
            <a:pPr indent="0" marL="0">
              <a:buNone/>
            </a:pPr>
            <a:r>
              <a:rPr lang="en-US" sz="1600" b="1" dirty="0">
                <a:solidFill>
                  <a:schemeClr val="tx1"/>
                </a:solidFill>
              </a:rPr>
              <a:t>Git a GitHub</a:t>
            </a:r>
            <a:endParaRPr lang="en-US" sz="1600" dirty="0"/>
          </a:p>
        </p:txBody>
      </p:sp>
      <p:sp>
        <p:nvSpPr>
          <p:cNvPr id="27" name="Popis 4"/>
          <p:cNvSpPr txBox="1"/>
          <p:nvPr/>
        </p:nvSpPr>
        <p:spPr>
          <a:xfrm>
            <a:off x="5760720" y="4014216"/>
            <a:ext cx="2926080" cy="502920"/>
          </a:xfrm>
          <a:prstGeom prst="rect">
            <a:avLst/>
          </a:prstGeom>
          <a:noFill/>
          <a:ln/>
        </p:spPr>
        <p:txBody>
          <a:bodyPr wrap="square" lIns="0" tIns="0" rIns="0" bIns="0" rtlCol="0" anchor="t"/>
          <a:lstStyle/>
          <a:p>
            <a:pPr indent="0" marL="0">
              <a:buNone/>
            </a:pPr>
            <a:r>
              <a:rPr lang="en-US" sz="1400" dirty="0">
                <a:solidFill>
                  <a:schemeClr val="accent5"/>
                </a:solidFill>
              </a:rPr>
              <a:t>Repozitář, README, licence a složka /docs.</a:t>
            </a:r>
            <a:endParaRPr lang="en-US" sz="1400" dirty="0"/>
          </a:p>
        </p:txBody>
      </p:sp>
      <p:sp>
        <p:nvSpPr>
          <p:cNvPr id="28"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9"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30" name="Nav odkaz Téma" descr="Přejít: Téma">
            <a:hlinkClick r:id="rId17" tooltip="Přejít: Téma" action="ppaction://hlinksldjump"/>
          </p:cNvPr>
          <p:cNvPicPr>
            <a:picLocks noChangeAspect="1"/>
          </p:cNvPicPr>
          <p:nvPr/>
        </p:nvPicPr>
        <p:blipFill>
          <a:blip r:embed="rId16"/>
          <a:stretch>
            <a:fillRect/>
          </a:stretch>
        </p:blipFill>
        <p:spPr>
          <a:xfrm>
            <a:off x="457200" y="4700016"/>
            <a:ext cx="914400" cy="256032"/>
          </a:xfrm>
          <a:prstGeom prst="rect">
            <a:avLst/>
          </a:prstGeom>
        </p:spPr>
      </p:pic>
      <p:sp>
        <p:nvSpPr>
          <p:cNvPr id="31"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2"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3" name="Nav odkaz Rozsah" descr="Přejít: Rozsah">
            <a:hlinkClick r:id="rId19" tooltip="Přejít: Rozsah" action="ppaction://hlinksldjump"/>
          </p:cNvPr>
          <p:cNvPicPr>
            <a:picLocks noChangeAspect="1"/>
          </p:cNvPicPr>
          <p:nvPr/>
        </p:nvPicPr>
        <p:blipFill>
          <a:blip r:embed="rId18"/>
          <a:stretch>
            <a:fillRect/>
          </a:stretch>
        </p:blipFill>
        <p:spPr>
          <a:xfrm>
            <a:off x="1426464" y="4700016"/>
            <a:ext cx="914400" cy="256032"/>
          </a:xfrm>
          <a:prstGeom prst="rect">
            <a:avLst/>
          </a:prstGeom>
        </p:spPr>
      </p:pic>
      <p:sp>
        <p:nvSpPr>
          <p:cNvPr id="34" name="Nav Technika"/>
          <p:cNvSpPr/>
          <p:nvPr/>
        </p:nvSpPr>
        <p:spPr>
          <a:xfrm>
            <a:off x="2395728" y="4700016"/>
            <a:ext cx="914400" cy="256032"/>
          </a:xfrm>
          <a:prstGeom prst="roundRect">
            <a:avLst>
              <a:gd name="adj" fmla="val 28571"/>
            </a:avLst>
          </a:prstGeom>
          <a:solidFill>
            <a:schemeClr val="accent2"/>
          </a:solidFill>
          <a:ln w="12700">
            <a:solidFill>
              <a:schemeClr val="accent2"/>
            </a:solidFill>
            <a:prstDash val="solid"/>
          </a:ln>
        </p:spPr>
      </p:sp>
      <p:sp>
        <p:nvSpPr>
          <p:cNvPr id="35"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Technika</a:t>
            </a:r>
            <a:endParaRPr lang="en-US" sz="1100" dirty="0"/>
          </a:p>
        </p:txBody>
      </p:sp>
      <p:pic>
        <p:nvPicPr>
          <p:cNvPr id="36" name="Nav odkaz Technika" descr="Přejít: Technika">
            <a:hlinkClick r:id="rId21" tooltip="Přejít: Technika" action="ppaction://hlinksldjump"/>
          </p:cNvPr>
          <p:cNvPicPr>
            <a:picLocks noChangeAspect="1"/>
          </p:cNvPicPr>
          <p:nvPr/>
        </p:nvPicPr>
        <p:blipFill>
          <a:blip r:embed="rId20"/>
          <a:stretch>
            <a:fillRect/>
          </a:stretch>
        </p:blipFill>
        <p:spPr>
          <a:xfrm>
            <a:off x="2395728" y="4700016"/>
            <a:ext cx="914400" cy="256032"/>
          </a:xfrm>
          <a:prstGeom prst="rect">
            <a:avLst/>
          </a:prstGeom>
        </p:spPr>
      </p:pic>
      <p:sp>
        <p:nvSpPr>
          <p:cNvPr id="37"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8"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9" name="Nav odkaz Ukázka" descr="Přejít: Ukázka">
            <a:hlinkClick r:id="rId23" tooltip="Přejít: Ukázka" action="ppaction://hlinksldjump"/>
          </p:cNvPr>
          <p:cNvPicPr>
            <a:picLocks noChangeAspect="1"/>
          </p:cNvPicPr>
          <p:nvPr/>
        </p:nvPicPr>
        <p:blipFill>
          <a:blip r:embed="rId22"/>
          <a:stretch>
            <a:fillRect/>
          </a:stretch>
        </p:blipFill>
        <p:spPr>
          <a:xfrm>
            <a:off x="3364992" y="4700016"/>
            <a:ext cx="914400" cy="256032"/>
          </a:xfrm>
          <a:prstGeom prst="rect">
            <a:avLst/>
          </a:prstGeom>
        </p:spPr>
      </p:pic>
      <p:sp>
        <p:nvSpPr>
          <p:cNvPr id="40"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41"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2" name="Nav odkaz Rizika" descr="Přejít: Rizika">
            <a:hlinkClick r:id="rId25" tooltip="Přejít: Rizika" action="ppaction://hlinksldjump"/>
          </p:cNvPr>
          <p:cNvPicPr>
            <a:picLocks noChangeAspect="1"/>
          </p:cNvPicPr>
          <p:nvPr/>
        </p:nvPicPr>
        <p:blipFill>
          <a:blip r:embed="rId24"/>
          <a:stretch>
            <a:fillRect/>
          </a:stretch>
        </p:blipFill>
        <p:spPr>
          <a:xfrm>
            <a:off x="4334256" y="4700016"/>
            <a:ext cx="914400" cy="256032"/>
          </a:xfrm>
          <a:prstGeom prst="rect">
            <a:avLst/>
          </a:prstGeom>
        </p:spPr>
      </p:pic>
      <p:sp>
        <p:nvSpPr>
          <p:cNvPr id="43"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4"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5" name="Nav odkaz Plán" descr="Přejít: Plán">
            <a:hlinkClick r:id="rId27" tooltip="Přejít: Plán" action="ppaction://hlinksldjump"/>
          </p:cNvPr>
          <p:cNvPicPr>
            <a:picLocks noChangeAspect="1"/>
          </p:cNvPicPr>
          <p:nvPr/>
        </p:nvPicPr>
        <p:blipFill>
          <a:blip r:embed="rId26"/>
          <a:stretch>
            <a:fillRect/>
          </a:stretch>
        </p:blipFill>
        <p:spPr>
          <a:xfrm>
            <a:off x="5303520" y="4700016"/>
            <a:ext cx="914400" cy="256032"/>
          </a:xfrm>
          <a:prstGeom prst="rect">
            <a:avLst/>
          </a:prstGeom>
        </p:spPr>
      </p:pic>
      <p:sp>
        <p:nvSpPr>
          <p:cNvPr id="46"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7"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8" name="Nav odkaz Otázky" descr="Přejít: Otázky">
            <a:hlinkClick r:id="rId29" tooltip="Přejít: Otázky" action="ppaction://hlinksldjump"/>
          </p:cNvPr>
          <p:cNvPicPr>
            <a:picLocks noChangeAspect="1"/>
          </p:cNvPicPr>
          <p:nvPr/>
        </p:nvPicPr>
        <p:blipFill>
          <a:blip r:embed="rId28"/>
          <a:stretch>
            <a:fillRect/>
          </a:stretch>
        </p:blipFill>
        <p:spPr>
          <a:xfrm>
            <a:off x="6272784" y="4700016"/>
            <a:ext cx="914400" cy="256032"/>
          </a:xfrm>
          <a:prstGeom prst="rect">
            <a:avLst/>
          </a:prstGeom>
        </p:spPr>
      </p:pic>
      <p:sp>
        <p:nvSpPr>
          <p:cNvPr id="49"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4</a:t>
            </a:r>
            <a:endParaRPr lang="en-US"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Ukázka hry</a:t>
            </a:r>
            <a:endParaRPr lang="en-US" sz="3400" dirty="0"/>
          </a:p>
        </p:txBody>
      </p:sp>
      <p:pic>
        <p:nvPicPr>
          <p:cNvPr id="3" name="!!img_ostrov" descr="Loď u ostrova s majákem">    </p:cNvPr>
          <p:cNvPicPr>
            <a:picLocks noChangeAspect="1"/>
          </p:cNvPicPr>
          <p:nvPr/>
        </p:nvPicPr>
        <p:blipFill>
          <a:blip r:embed="rId1"/>
          <a:srcRect l="0" r="0" t="0" b="0"/>
          <a:stretch/>
        </p:blipFill>
        <p:spPr>
          <a:xfrm>
            <a:off x="457200" y="1188720"/>
            <a:ext cx="4937760" cy="2359152"/>
          </a:xfrm>
          <a:prstGeom prst="rect">
            <a:avLst/>
          </a:prstGeom>
        </p:spPr>
      </p:pic>
      <p:pic>
        <p:nvPicPr>
          <p:cNvPr id="4" name="!!img_majak" descr="Vnitřek majáku s pulty">    </p:cNvPr>
          <p:cNvPicPr>
            <a:picLocks noChangeAspect="1"/>
          </p:cNvPicPr>
          <p:nvPr/>
        </p:nvPicPr>
        <p:blipFill>
          <a:blip r:embed="rId2"/>
          <a:srcRect l="0" r="0" t="0" b="0"/>
          <a:stretch/>
        </p:blipFill>
        <p:spPr>
          <a:xfrm>
            <a:off x="457200" y="3657600"/>
            <a:ext cx="1609344" cy="768096"/>
          </a:xfrm>
          <a:prstGeom prst="rect">
            <a:avLst/>
          </a:prstGeom>
        </p:spPr>
      </p:pic>
      <p:pic>
        <p:nvPicPr>
          <p:cNvPr id="5" name="Odkaz náhled majak" descr="Zvětšit: Maják: prodej a obchod">
            <a:hlinkClick r:id="rId4" tooltip="Zvětšit: Maják: prodej a obchod" action="ppaction://hlinksldjump"/>
          </p:cNvPr>
          <p:cNvPicPr>
            <a:picLocks noChangeAspect="1"/>
          </p:cNvPicPr>
          <p:nvPr/>
        </p:nvPicPr>
        <p:blipFill>
          <a:blip r:embed="rId3"/>
          <a:stretch>
            <a:fillRect/>
          </a:stretch>
        </p:blipFill>
        <p:spPr>
          <a:xfrm>
            <a:off x="457200" y="3657600"/>
            <a:ext cx="1609344" cy="768096"/>
          </a:xfrm>
          <a:prstGeom prst="rect">
            <a:avLst/>
          </a:prstGeom>
        </p:spPr>
      </p:pic>
      <p:pic>
        <p:nvPicPr>
          <p:cNvPr id="6" name="!!img_pirati" descr="Pirátský ostrov s hradbami">    </p:cNvPr>
          <p:cNvPicPr>
            <a:picLocks noChangeAspect="1"/>
          </p:cNvPicPr>
          <p:nvPr/>
        </p:nvPicPr>
        <p:blipFill>
          <a:blip r:embed="rId5"/>
          <a:srcRect l="0" r="0" t="0" b="0"/>
          <a:stretch/>
        </p:blipFill>
        <p:spPr>
          <a:xfrm>
            <a:off x="2121408" y="3657600"/>
            <a:ext cx="1609344" cy="768096"/>
          </a:xfrm>
          <a:prstGeom prst="rect">
            <a:avLst/>
          </a:prstGeom>
        </p:spPr>
      </p:pic>
      <p:pic>
        <p:nvPicPr>
          <p:cNvPr id="7" name="Odkaz náhled pirati" descr="Zvětšit: Souboj a pirátský ostrov">
            <a:hlinkClick r:id="rId7" tooltip="Zvětšit: Souboj a pirátský ostrov" action="ppaction://hlinksldjump"/>
          </p:cNvPr>
          <p:cNvPicPr>
            <a:picLocks noChangeAspect="1"/>
          </p:cNvPicPr>
          <p:nvPr/>
        </p:nvPicPr>
        <p:blipFill>
          <a:blip r:embed="rId6"/>
          <a:stretch>
            <a:fillRect/>
          </a:stretch>
        </p:blipFill>
        <p:spPr>
          <a:xfrm>
            <a:off x="2121408" y="3657600"/>
            <a:ext cx="1609344" cy="768096"/>
          </a:xfrm>
          <a:prstGeom prst="rect">
            <a:avLst/>
          </a:prstGeom>
        </p:spPr>
      </p:pic>
      <p:pic>
        <p:nvPicPr>
          <p:cNvPr id="8" name="!!img_pevnost" descr="Hradby pirátské pevnosti">    </p:cNvPr>
          <p:cNvPicPr>
            <a:picLocks noChangeAspect="1"/>
          </p:cNvPicPr>
          <p:nvPr/>
        </p:nvPicPr>
        <p:blipFill>
          <a:blip r:embed="rId8"/>
          <a:srcRect l="0" r="0" t="0" b="0"/>
          <a:stretch/>
        </p:blipFill>
        <p:spPr>
          <a:xfrm>
            <a:off x="3785616" y="3657600"/>
            <a:ext cx="1609344" cy="768096"/>
          </a:xfrm>
          <a:prstGeom prst="rect">
            <a:avLst/>
          </a:prstGeom>
        </p:spPr>
      </p:pic>
      <p:pic>
        <p:nvPicPr>
          <p:cNvPr id="9" name="Odkaz náhled pevnost" descr="Zvětšit: Pirátská pevnost">
            <a:hlinkClick r:id="rId10" tooltip="Zvětšit: Pirátská pevnost" action="ppaction://hlinksldjump"/>
          </p:cNvPr>
          <p:cNvPicPr>
            <a:picLocks noChangeAspect="1"/>
          </p:cNvPicPr>
          <p:nvPr/>
        </p:nvPicPr>
        <p:blipFill>
          <a:blip r:embed="rId9"/>
          <a:stretch>
            <a:fillRect/>
          </a:stretch>
        </p:blipFill>
        <p:spPr>
          <a:xfrm>
            <a:off x="3785616" y="3657600"/>
            <a:ext cx="1609344" cy="768096"/>
          </a:xfrm>
          <a:prstGeom prst="rect">
            <a:avLst/>
          </a:prstGeom>
        </p:spPr>
      </p:pic>
      <p:sp>
        <p:nvSpPr>
          <p:cNvPr id="10" name="Krok 1"/>
          <p:cNvSpPr/>
          <p:nvPr/>
        </p:nvSpPr>
        <p:spPr>
          <a:xfrm>
            <a:off x="5760720" y="1280160"/>
            <a:ext cx="420624" cy="420624"/>
          </a:xfrm>
          <a:prstGeom prst="ellipse">
            <a:avLst/>
          </a:prstGeom>
          <a:solidFill>
            <a:schemeClr val="accent1"/>
          </a:solidFill>
          <a:ln w="12700">
            <a:solidFill>
              <a:schemeClr val="accent1"/>
            </a:solidFill>
            <a:prstDash val="solid"/>
          </a:ln>
        </p:spPr>
      </p:sp>
      <p:sp>
        <p:nvSpPr>
          <p:cNvPr id="11" name="Krok 1 text"/>
          <p:cNvSpPr txBox="1"/>
          <p:nvPr/>
        </p:nvSpPr>
        <p:spPr>
          <a:xfrm>
            <a:off x="5760720" y="1280160"/>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 name="Krok text 1"/>
          <p:cNvSpPr txBox="1"/>
          <p:nvPr/>
        </p:nvSpPr>
        <p:spPr>
          <a:xfrm>
            <a:off x="6355080" y="1280160"/>
            <a:ext cx="2331720" cy="420624"/>
          </a:xfrm>
          <a:prstGeom prst="rect">
            <a:avLst/>
          </a:prstGeom>
          <a:noFill/>
          <a:ln/>
        </p:spPr>
        <p:txBody>
          <a:bodyPr wrap="square" lIns="0" tIns="0" rIns="0" bIns="0" rtlCol="0" anchor="ctr"/>
          <a:lstStyle/>
          <a:p>
            <a:pPr indent="0" marL="0">
              <a:buNone/>
            </a:pPr>
            <a:r>
              <a:rPr lang="en-US" sz="1600" b="1" dirty="0">
                <a:solidFill>
                  <a:schemeClr val="tx1"/>
                </a:solidFill>
              </a:rPr>
              <a:t>Plavba a rybaření</a:t>
            </a:r>
            <a:endParaRPr lang="en-US" sz="1600" dirty="0"/>
          </a:p>
        </p:txBody>
      </p:sp>
      <p:sp>
        <p:nvSpPr>
          <p:cNvPr id="13" name="Krok 2"/>
          <p:cNvSpPr/>
          <p:nvPr/>
        </p:nvSpPr>
        <p:spPr>
          <a:xfrm>
            <a:off x="5760720" y="1993392"/>
            <a:ext cx="420624" cy="420624"/>
          </a:xfrm>
          <a:prstGeom prst="ellipse">
            <a:avLst/>
          </a:prstGeom>
          <a:solidFill>
            <a:schemeClr val="accent2"/>
          </a:solidFill>
          <a:ln w="12700">
            <a:solidFill>
              <a:schemeClr val="accent2"/>
            </a:solidFill>
            <a:prstDash val="solid"/>
          </a:ln>
        </p:spPr>
      </p:sp>
      <p:sp>
        <p:nvSpPr>
          <p:cNvPr id="14" name="Krok 2 text"/>
          <p:cNvSpPr txBox="1"/>
          <p:nvPr/>
        </p:nvSpPr>
        <p:spPr>
          <a:xfrm>
            <a:off x="5760720" y="19933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Krok text 2"/>
          <p:cNvSpPr txBox="1"/>
          <p:nvPr/>
        </p:nvSpPr>
        <p:spPr>
          <a:xfrm>
            <a:off x="6355080" y="1993392"/>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Maják: prodej a obchod</a:t>
            </a:r>
            <a:endParaRPr lang="en-US" sz="1600" dirty="0"/>
          </a:p>
        </p:txBody>
      </p:sp>
      <p:pic>
        <p:nvPicPr>
          <p:cNvPr id="16" name="Odkaz krok 2" descr="Zvětšit: Maják: prodej a obchod">
            <a:hlinkClick r:id="rId12" tooltip="Zvětšit: Maják: prodej a obchod" action="ppaction://hlinksldjump"/>
          </p:cNvPr>
          <p:cNvPicPr>
            <a:picLocks noChangeAspect="1"/>
          </p:cNvPicPr>
          <p:nvPr/>
        </p:nvPicPr>
        <p:blipFill>
          <a:blip r:embed="rId11"/>
          <a:stretch>
            <a:fillRect/>
          </a:stretch>
        </p:blipFill>
        <p:spPr>
          <a:xfrm>
            <a:off x="5760720" y="1993392"/>
            <a:ext cx="2926080" cy="420624"/>
          </a:xfrm>
          <a:prstGeom prst="rect">
            <a:avLst/>
          </a:prstGeom>
        </p:spPr>
      </p:pic>
      <p:sp>
        <p:nvSpPr>
          <p:cNvPr id="17" name="Krok 3"/>
          <p:cNvSpPr/>
          <p:nvPr/>
        </p:nvSpPr>
        <p:spPr>
          <a:xfrm>
            <a:off x="5760720" y="2706624"/>
            <a:ext cx="420624" cy="420624"/>
          </a:xfrm>
          <a:prstGeom prst="ellipse">
            <a:avLst/>
          </a:prstGeom>
          <a:solidFill>
            <a:schemeClr val="accent2"/>
          </a:solidFill>
          <a:ln w="12700">
            <a:solidFill>
              <a:schemeClr val="accent2"/>
            </a:solidFill>
            <a:prstDash val="solid"/>
          </a:ln>
        </p:spPr>
      </p:sp>
      <p:sp>
        <p:nvSpPr>
          <p:cNvPr id="18" name="Krok 3 text"/>
          <p:cNvSpPr txBox="1"/>
          <p:nvPr/>
        </p:nvSpPr>
        <p:spPr>
          <a:xfrm>
            <a:off x="5760720" y="2706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Krok text 3"/>
          <p:cNvSpPr txBox="1"/>
          <p:nvPr/>
        </p:nvSpPr>
        <p:spPr>
          <a:xfrm>
            <a:off x="6355080" y="2706624"/>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Souboj a pirátský ostrov</a:t>
            </a:r>
            <a:endParaRPr lang="en-US" sz="1600" dirty="0"/>
          </a:p>
        </p:txBody>
      </p:sp>
      <p:pic>
        <p:nvPicPr>
          <p:cNvPr id="20" name="Odkaz krok 3" descr="Zvětšit: Souboj a pirátský ostrov">
            <a:hlinkClick r:id="rId14" tooltip="Zvětšit: Souboj a pirátský ostrov" action="ppaction://hlinksldjump"/>
          </p:cNvPr>
          <p:cNvPicPr>
            <a:picLocks noChangeAspect="1"/>
          </p:cNvPicPr>
          <p:nvPr/>
        </p:nvPicPr>
        <p:blipFill>
          <a:blip r:embed="rId13"/>
          <a:stretch>
            <a:fillRect/>
          </a:stretch>
        </p:blipFill>
        <p:spPr>
          <a:xfrm>
            <a:off x="5760720" y="2706624"/>
            <a:ext cx="2926080" cy="420624"/>
          </a:xfrm>
          <a:prstGeom prst="rect">
            <a:avLst/>
          </a:prstGeom>
        </p:spPr>
      </p:pic>
      <p:sp>
        <p:nvSpPr>
          <p:cNvPr id="21" name="Krok 4"/>
          <p:cNvSpPr/>
          <p:nvPr/>
        </p:nvSpPr>
        <p:spPr>
          <a:xfrm>
            <a:off x="5760720" y="3419856"/>
            <a:ext cx="420624" cy="420624"/>
          </a:xfrm>
          <a:prstGeom prst="ellipse">
            <a:avLst/>
          </a:prstGeom>
          <a:solidFill>
            <a:schemeClr val="accent2"/>
          </a:solidFill>
          <a:ln w="12700">
            <a:solidFill>
              <a:schemeClr val="accent2"/>
            </a:solidFill>
            <a:prstDash val="solid"/>
          </a:ln>
        </p:spPr>
      </p:sp>
      <p:sp>
        <p:nvSpPr>
          <p:cNvPr id="22" name="Krok 4 text"/>
          <p:cNvSpPr txBox="1"/>
          <p:nvPr/>
        </p:nvSpPr>
        <p:spPr>
          <a:xfrm>
            <a:off x="5760720" y="341985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Krok text 4"/>
          <p:cNvSpPr txBox="1"/>
          <p:nvPr/>
        </p:nvSpPr>
        <p:spPr>
          <a:xfrm>
            <a:off x="6355080" y="3419856"/>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Pirátská pevnost</a:t>
            </a:r>
            <a:endParaRPr lang="en-US" sz="1600" dirty="0"/>
          </a:p>
        </p:txBody>
      </p:sp>
      <p:pic>
        <p:nvPicPr>
          <p:cNvPr id="24" name="Odkaz krok 4" descr="Zvětšit: Pirátská pevnost">
            <a:hlinkClick r:id="rId16" tooltip="Zvětšit: Pirátská pevnost" action="ppaction://hlinksldjump"/>
          </p:cNvPr>
          <p:cNvPicPr>
            <a:picLocks noChangeAspect="1"/>
          </p:cNvPicPr>
          <p:nvPr/>
        </p:nvPicPr>
        <p:blipFill>
          <a:blip r:embed="rId15"/>
          <a:stretch>
            <a:fillRect/>
          </a:stretch>
        </p:blipFill>
        <p:spPr>
          <a:xfrm>
            <a:off x="5760720" y="3419856"/>
            <a:ext cx="2926080" cy="420624"/>
          </a:xfrm>
          <a:prstGeom prst="rect">
            <a:avLst/>
          </a:prstGeom>
        </p:spPr>
      </p:pic>
      <p:sp>
        <p:nvSpPr>
          <p:cNvPr id="25" name="Nápověda galerie"/>
          <p:cNvSpPr txBox="1"/>
          <p:nvPr/>
        </p:nvSpPr>
        <p:spPr>
          <a:xfrm>
            <a:off x="5760720" y="4160520"/>
            <a:ext cx="2926080" cy="274320"/>
          </a:xfrm>
          <a:prstGeom prst="rect">
            <a:avLst/>
          </a:prstGeom>
          <a:noFill/>
          <a:ln/>
        </p:spPr>
        <p:txBody>
          <a:bodyPr wrap="square" lIns="0" tIns="0" rIns="0" bIns="0" rtlCol="0" anchor="ctr"/>
          <a:lstStyle/>
          <a:p>
            <a:pPr indent="0" marL="0">
              <a:buNone/>
            </a:pPr>
            <a:r>
              <a:rPr lang="en-US" sz="1200" i="1" dirty="0">
                <a:solidFill>
                  <a:schemeClr val="accent5"/>
                </a:solidFill>
              </a:rPr>
              <a:t>Klikni na náhled nebo na krok</a:t>
            </a:r>
            <a:endParaRPr lang="en-US" sz="1200" dirty="0"/>
          </a:p>
        </p:txBody>
      </p:sp>
      <p:sp>
        <p:nvSpPr>
          <p:cNvPr id="26"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7"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8" name="Nav odkaz Téma" descr="Přejít: Téma">
            <a:hlinkClick r:id="rId18" tooltip="Přejít: Téma" action="ppaction://hlinksldjump"/>
          </p:cNvPr>
          <p:cNvPicPr>
            <a:picLocks noChangeAspect="1"/>
          </p:cNvPicPr>
          <p:nvPr/>
        </p:nvPicPr>
        <p:blipFill>
          <a:blip r:embed="rId17"/>
          <a:stretch>
            <a:fillRect/>
          </a:stretch>
        </p:blipFill>
        <p:spPr>
          <a:xfrm>
            <a:off x="457200" y="4700016"/>
            <a:ext cx="914400" cy="256032"/>
          </a:xfrm>
          <a:prstGeom prst="rect">
            <a:avLst/>
          </a:prstGeom>
        </p:spPr>
      </p:pic>
      <p:sp>
        <p:nvSpPr>
          <p:cNvPr id="29"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0"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1" name="Nav odkaz Rozsah" descr="Přejít: Rozsah">
            <a:hlinkClick r:id="rId20" tooltip="Přejít: Rozsah" action="ppaction://hlinksldjump"/>
          </p:cNvPr>
          <p:cNvPicPr>
            <a:picLocks noChangeAspect="1"/>
          </p:cNvPicPr>
          <p:nvPr/>
        </p:nvPicPr>
        <p:blipFill>
          <a:blip r:embed="rId19"/>
          <a:stretch>
            <a:fillRect/>
          </a:stretch>
        </p:blipFill>
        <p:spPr>
          <a:xfrm>
            <a:off x="1426464" y="4700016"/>
            <a:ext cx="914400" cy="256032"/>
          </a:xfrm>
          <a:prstGeom prst="rect">
            <a:avLst/>
          </a:prstGeom>
        </p:spPr>
      </p:pic>
      <p:sp>
        <p:nvSpPr>
          <p:cNvPr id="32"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3"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4" name="Nav odkaz Technika" descr="Přejít: Technika">
            <a:hlinkClick r:id="rId22" tooltip="Přejít: Technika" action="ppaction://hlinksldjump"/>
          </p:cNvPr>
          <p:cNvPicPr>
            <a:picLocks noChangeAspect="1"/>
          </p:cNvPicPr>
          <p:nvPr/>
        </p:nvPicPr>
        <p:blipFill>
          <a:blip r:embed="rId21"/>
          <a:stretch>
            <a:fillRect/>
          </a:stretch>
        </p:blipFill>
        <p:spPr>
          <a:xfrm>
            <a:off x="2395728" y="4700016"/>
            <a:ext cx="914400" cy="256032"/>
          </a:xfrm>
          <a:prstGeom prst="rect">
            <a:avLst/>
          </a:prstGeom>
        </p:spPr>
      </p:pic>
      <p:sp>
        <p:nvSpPr>
          <p:cNvPr id="35" name="Nav Ukázka"/>
          <p:cNvSpPr/>
          <p:nvPr/>
        </p:nvSpPr>
        <p:spPr>
          <a:xfrm>
            <a:off x="3364992" y="4700016"/>
            <a:ext cx="914400" cy="256032"/>
          </a:xfrm>
          <a:prstGeom prst="roundRect">
            <a:avLst>
              <a:gd name="adj" fmla="val 28571"/>
            </a:avLst>
          </a:prstGeom>
          <a:solidFill>
            <a:schemeClr val="accent2"/>
          </a:solidFill>
          <a:ln w="12700">
            <a:solidFill>
              <a:schemeClr val="accent2"/>
            </a:solidFill>
            <a:prstDash val="solid"/>
          </a:ln>
        </p:spPr>
      </p:sp>
      <p:sp>
        <p:nvSpPr>
          <p:cNvPr id="36"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Ukázka</a:t>
            </a:r>
            <a:endParaRPr lang="en-US" sz="1100" dirty="0"/>
          </a:p>
        </p:txBody>
      </p:sp>
      <p:pic>
        <p:nvPicPr>
          <p:cNvPr id="37" name="Nav odkaz Ukázka" descr="Přejít: Ukázka">
            <a:hlinkClick r:id="rId24" tooltip="Přejít: Ukázka" action="ppaction://hlinksldjump"/>
          </p:cNvPr>
          <p:cNvPicPr>
            <a:picLocks noChangeAspect="1"/>
          </p:cNvPicPr>
          <p:nvPr/>
        </p:nvPicPr>
        <p:blipFill>
          <a:blip r:embed="rId23"/>
          <a:stretch>
            <a:fillRect/>
          </a:stretch>
        </p:blipFill>
        <p:spPr>
          <a:xfrm>
            <a:off x="3364992" y="4700016"/>
            <a:ext cx="914400" cy="256032"/>
          </a:xfrm>
          <a:prstGeom prst="rect">
            <a:avLst/>
          </a:prstGeom>
        </p:spPr>
      </p:pic>
      <p:sp>
        <p:nvSpPr>
          <p:cNvPr id="38"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9"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0" name="Nav odkaz Rizika" descr="Přejít: Rizika">
            <a:hlinkClick r:id="rId26" tooltip="Přejít: Rizika" action="ppaction://hlinksldjump"/>
          </p:cNvPr>
          <p:cNvPicPr>
            <a:picLocks noChangeAspect="1"/>
          </p:cNvPicPr>
          <p:nvPr/>
        </p:nvPicPr>
        <p:blipFill>
          <a:blip r:embed="rId25"/>
          <a:stretch>
            <a:fillRect/>
          </a:stretch>
        </p:blipFill>
        <p:spPr>
          <a:xfrm>
            <a:off x="4334256" y="4700016"/>
            <a:ext cx="914400" cy="256032"/>
          </a:xfrm>
          <a:prstGeom prst="rect">
            <a:avLst/>
          </a:prstGeom>
        </p:spPr>
      </p:pic>
      <p:sp>
        <p:nvSpPr>
          <p:cNvPr id="41"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2"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3" name="Nav odkaz Plán" descr="Přejít: Plán">
            <a:hlinkClick r:id="rId28" tooltip="Přejít: Plán" action="ppaction://hlinksldjump"/>
          </p:cNvPr>
          <p:cNvPicPr>
            <a:picLocks noChangeAspect="1"/>
          </p:cNvPicPr>
          <p:nvPr/>
        </p:nvPicPr>
        <p:blipFill>
          <a:blip r:embed="rId27"/>
          <a:stretch>
            <a:fillRect/>
          </a:stretch>
        </p:blipFill>
        <p:spPr>
          <a:xfrm>
            <a:off x="5303520" y="4700016"/>
            <a:ext cx="914400" cy="256032"/>
          </a:xfrm>
          <a:prstGeom prst="rect">
            <a:avLst/>
          </a:prstGeom>
        </p:spPr>
      </p:pic>
      <p:sp>
        <p:nvSpPr>
          <p:cNvPr id="44"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5"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6" name="Nav odkaz Otázky" descr="Přejít: Otázky">
            <a:hlinkClick r:id="rId30" tooltip="Přejít: Otázky" action="ppaction://hlinksldjump"/>
          </p:cNvPr>
          <p:cNvPicPr>
            <a:picLocks noChangeAspect="1"/>
          </p:cNvPicPr>
          <p:nvPr/>
        </p:nvPicPr>
        <p:blipFill>
          <a:blip r:embed="rId29"/>
          <a:stretch>
            <a:fillRect/>
          </a:stretch>
        </p:blipFill>
        <p:spPr>
          <a:xfrm>
            <a:off x="6272784" y="4700016"/>
            <a:ext cx="914400" cy="256032"/>
          </a:xfrm>
          <a:prstGeom prst="rect">
            <a:avLst/>
          </a:prstGeom>
        </p:spPr>
      </p:pic>
      <p:sp>
        <p:nvSpPr>
          <p:cNvPr id="47"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5</a:t>
            </a:r>
            <a:endParaRPr lang="en-US" sz="11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Ukázka hry</a:t>
            </a:r>
            <a:endParaRPr lang="en-US" sz="3400" dirty="0"/>
          </a:p>
        </p:txBody>
      </p:sp>
      <p:pic>
        <p:nvPicPr>
          <p:cNvPr id="3" name="!!img_ostrov" descr="Loď u ostrova s majákem">    </p:cNvPr>
          <p:cNvPicPr>
            <a:picLocks noChangeAspect="1"/>
          </p:cNvPicPr>
          <p:nvPr/>
        </p:nvPicPr>
        <p:blipFill>
          <a:blip r:embed="rId1"/>
          <a:srcRect l="0" r="0" t="0" b="0"/>
          <a:stretch/>
        </p:blipFill>
        <p:spPr>
          <a:xfrm>
            <a:off x="457200" y="3657600"/>
            <a:ext cx="1609344" cy="768096"/>
          </a:xfrm>
          <a:prstGeom prst="rect">
            <a:avLst/>
          </a:prstGeom>
        </p:spPr>
      </p:pic>
      <p:pic>
        <p:nvPicPr>
          <p:cNvPr id="4" name="Odkaz náhled ostrov" descr="Zvětšit: Plavba a rybaření">
            <a:hlinkClick r:id="rId3" tooltip="Zvětšit: Plavba a rybaření" action="ppaction://hlinksldjump"/>
          </p:cNvPr>
          <p:cNvPicPr>
            <a:picLocks noChangeAspect="1"/>
          </p:cNvPicPr>
          <p:nvPr/>
        </p:nvPicPr>
        <p:blipFill>
          <a:blip r:embed="rId2"/>
          <a:stretch>
            <a:fillRect/>
          </a:stretch>
        </p:blipFill>
        <p:spPr>
          <a:xfrm>
            <a:off x="457200" y="3657600"/>
            <a:ext cx="1609344" cy="768096"/>
          </a:xfrm>
          <a:prstGeom prst="rect">
            <a:avLst/>
          </a:prstGeom>
        </p:spPr>
      </p:pic>
      <p:pic>
        <p:nvPicPr>
          <p:cNvPr id="5" name="!!img_majak" descr="Vnitřek majáku s pulty">    </p:cNvPr>
          <p:cNvPicPr>
            <a:picLocks noChangeAspect="1"/>
          </p:cNvPicPr>
          <p:nvPr/>
        </p:nvPicPr>
        <p:blipFill>
          <a:blip r:embed="rId4"/>
          <a:srcRect l="0" r="0" t="0" b="0"/>
          <a:stretch/>
        </p:blipFill>
        <p:spPr>
          <a:xfrm>
            <a:off x="457200" y="1188720"/>
            <a:ext cx="4937760" cy="2359152"/>
          </a:xfrm>
          <a:prstGeom prst="rect">
            <a:avLst/>
          </a:prstGeom>
        </p:spPr>
      </p:pic>
      <p:pic>
        <p:nvPicPr>
          <p:cNvPr id="6" name="!!img_pirati" descr="Pirátský ostrov s hradbami">    </p:cNvPr>
          <p:cNvPicPr>
            <a:picLocks noChangeAspect="1"/>
          </p:cNvPicPr>
          <p:nvPr/>
        </p:nvPicPr>
        <p:blipFill>
          <a:blip r:embed="rId5"/>
          <a:srcRect l="0" r="0" t="0" b="0"/>
          <a:stretch/>
        </p:blipFill>
        <p:spPr>
          <a:xfrm>
            <a:off x="2121408" y="3657600"/>
            <a:ext cx="1609344" cy="768096"/>
          </a:xfrm>
          <a:prstGeom prst="rect">
            <a:avLst/>
          </a:prstGeom>
        </p:spPr>
      </p:pic>
      <p:pic>
        <p:nvPicPr>
          <p:cNvPr id="7" name="Odkaz náhled pirati" descr="Zvětšit: Souboj a pirátský ostrov">
            <a:hlinkClick r:id="rId7" tooltip="Zvětšit: Souboj a pirátský ostrov" action="ppaction://hlinksldjump"/>
          </p:cNvPr>
          <p:cNvPicPr>
            <a:picLocks noChangeAspect="1"/>
          </p:cNvPicPr>
          <p:nvPr/>
        </p:nvPicPr>
        <p:blipFill>
          <a:blip r:embed="rId6"/>
          <a:stretch>
            <a:fillRect/>
          </a:stretch>
        </p:blipFill>
        <p:spPr>
          <a:xfrm>
            <a:off x="2121408" y="3657600"/>
            <a:ext cx="1609344" cy="768096"/>
          </a:xfrm>
          <a:prstGeom prst="rect">
            <a:avLst/>
          </a:prstGeom>
        </p:spPr>
      </p:pic>
      <p:pic>
        <p:nvPicPr>
          <p:cNvPr id="8" name="!!img_pevnost" descr="Hradby pirátské pevnosti">    </p:cNvPr>
          <p:cNvPicPr>
            <a:picLocks noChangeAspect="1"/>
          </p:cNvPicPr>
          <p:nvPr/>
        </p:nvPicPr>
        <p:blipFill>
          <a:blip r:embed="rId8"/>
          <a:srcRect l="0" r="0" t="0" b="0"/>
          <a:stretch/>
        </p:blipFill>
        <p:spPr>
          <a:xfrm>
            <a:off x="3785616" y="3657600"/>
            <a:ext cx="1609344" cy="768096"/>
          </a:xfrm>
          <a:prstGeom prst="rect">
            <a:avLst/>
          </a:prstGeom>
        </p:spPr>
      </p:pic>
      <p:pic>
        <p:nvPicPr>
          <p:cNvPr id="9" name="Odkaz náhled pevnost" descr="Zvětšit: Pirátská pevnost">
            <a:hlinkClick r:id="rId10" tooltip="Zvětšit: Pirátská pevnost" action="ppaction://hlinksldjump"/>
          </p:cNvPr>
          <p:cNvPicPr>
            <a:picLocks noChangeAspect="1"/>
          </p:cNvPicPr>
          <p:nvPr/>
        </p:nvPicPr>
        <p:blipFill>
          <a:blip r:embed="rId9"/>
          <a:stretch>
            <a:fillRect/>
          </a:stretch>
        </p:blipFill>
        <p:spPr>
          <a:xfrm>
            <a:off x="3785616" y="3657600"/>
            <a:ext cx="1609344" cy="768096"/>
          </a:xfrm>
          <a:prstGeom prst="rect">
            <a:avLst/>
          </a:prstGeom>
        </p:spPr>
      </p:pic>
      <p:sp>
        <p:nvSpPr>
          <p:cNvPr id="10" name="Krok 1"/>
          <p:cNvSpPr/>
          <p:nvPr/>
        </p:nvSpPr>
        <p:spPr>
          <a:xfrm>
            <a:off x="5760720" y="1280160"/>
            <a:ext cx="420624" cy="420624"/>
          </a:xfrm>
          <a:prstGeom prst="ellipse">
            <a:avLst/>
          </a:prstGeom>
          <a:solidFill>
            <a:schemeClr val="accent2"/>
          </a:solidFill>
          <a:ln w="12700">
            <a:solidFill>
              <a:schemeClr val="accent2"/>
            </a:solidFill>
            <a:prstDash val="solid"/>
          </a:ln>
        </p:spPr>
      </p:sp>
      <p:sp>
        <p:nvSpPr>
          <p:cNvPr id="11" name="Krok 1 text"/>
          <p:cNvSpPr txBox="1"/>
          <p:nvPr/>
        </p:nvSpPr>
        <p:spPr>
          <a:xfrm>
            <a:off x="5760720" y="1280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Krok text 1"/>
          <p:cNvSpPr txBox="1"/>
          <p:nvPr/>
        </p:nvSpPr>
        <p:spPr>
          <a:xfrm>
            <a:off x="6355080" y="1280160"/>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Plavba a rybaření</a:t>
            </a:r>
            <a:endParaRPr lang="en-US" sz="1600" dirty="0"/>
          </a:p>
        </p:txBody>
      </p:sp>
      <p:pic>
        <p:nvPicPr>
          <p:cNvPr id="13" name="Odkaz krok 1" descr="Zvětšit: Plavba a rybaření">
            <a:hlinkClick r:id="rId12" tooltip="Zvětšit: Plavba a rybaření" action="ppaction://hlinksldjump"/>
          </p:cNvPr>
          <p:cNvPicPr>
            <a:picLocks noChangeAspect="1"/>
          </p:cNvPicPr>
          <p:nvPr/>
        </p:nvPicPr>
        <p:blipFill>
          <a:blip r:embed="rId11"/>
          <a:stretch>
            <a:fillRect/>
          </a:stretch>
        </p:blipFill>
        <p:spPr>
          <a:xfrm>
            <a:off x="5760720" y="1280160"/>
            <a:ext cx="2926080" cy="420624"/>
          </a:xfrm>
          <a:prstGeom prst="rect">
            <a:avLst/>
          </a:prstGeom>
        </p:spPr>
      </p:pic>
      <p:sp>
        <p:nvSpPr>
          <p:cNvPr id="14" name="Krok 2"/>
          <p:cNvSpPr/>
          <p:nvPr/>
        </p:nvSpPr>
        <p:spPr>
          <a:xfrm>
            <a:off x="5760720" y="1993392"/>
            <a:ext cx="420624" cy="420624"/>
          </a:xfrm>
          <a:prstGeom prst="ellipse">
            <a:avLst/>
          </a:prstGeom>
          <a:solidFill>
            <a:schemeClr val="accent1"/>
          </a:solidFill>
          <a:ln w="12700">
            <a:solidFill>
              <a:schemeClr val="accent1"/>
            </a:solidFill>
            <a:prstDash val="solid"/>
          </a:ln>
        </p:spPr>
      </p:sp>
      <p:sp>
        <p:nvSpPr>
          <p:cNvPr id="15" name="Krok 2 text"/>
          <p:cNvSpPr txBox="1"/>
          <p:nvPr/>
        </p:nvSpPr>
        <p:spPr>
          <a:xfrm>
            <a:off x="5760720" y="1993392"/>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6" name="Krok text 2"/>
          <p:cNvSpPr txBox="1"/>
          <p:nvPr/>
        </p:nvSpPr>
        <p:spPr>
          <a:xfrm>
            <a:off x="6355080" y="1993392"/>
            <a:ext cx="2331720" cy="420624"/>
          </a:xfrm>
          <a:prstGeom prst="rect">
            <a:avLst/>
          </a:prstGeom>
          <a:noFill/>
          <a:ln/>
        </p:spPr>
        <p:txBody>
          <a:bodyPr wrap="square" lIns="0" tIns="0" rIns="0" bIns="0" rtlCol="0" anchor="ctr"/>
          <a:lstStyle/>
          <a:p>
            <a:pPr indent="0" marL="0">
              <a:buNone/>
            </a:pPr>
            <a:r>
              <a:rPr lang="en-US" sz="1600" b="1" dirty="0">
                <a:solidFill>
                  <a:schemeClr val="tx1"/>
                </a:solidFill>
              </a:rPr>
              <a:t>Maják: prodej a obchod</a:t>
            </a:r>
            <a:endParaRPr lang="en-US" sz="1600" dirty="0"/>
          </a:p>
        </p:txBody>
      </p:sp>
      <p:sp>
        <p:nvSpPr>
          <p:cNvPr id="17" name="Krok 3"/>
          <p:cNvSpPr/>
          <p:nvPr/>
        </p:nvSpPr>
        <p:spPr>
          <a:xfrm>
            <a:off x="5760720" y="2706624"/>
            <a:ext cx="420624" cy="420624"/>
          </a:xfrm>
          <a:prstGeom prst="ellipse">
            <a:avLst/>
          </a:prstGeom>
          <a:solidFill>
            <a:schemeClr val="accent2"/>
          </a:solidFill>
          <a:ln w="12700">
            <a:solidFill>
              <a:schemeClr val="accent2"/>
            </a:solidFill>
            <a:prstDash val="solid"/>
          </a:ln>
        </p:spPr>
      </p:sp>
      <p:sp>
        <p:nvSpPr>
          <p:cNvPr id="18" name="Krok 3 text"/>
          <p:cNvSpPr txBox="1"/>
          <p:nvPr/>
        </p:nvSpPr>
        <p:spPr>
          <a:xfrm>
            <a:off x="5760720" y="2706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Krok text 3"/>
          <p:cNvSpPr txBox="1"/>
          <p:nvPr/>
        </p:nvSpPr>
        <p:spPr>
          <a:xfrm>
            <a:off x="6355080" y="2706624"/>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Souboj a pirátský ostrov</a:t>
            </a:r>
            <a:endParaRPr lang="en-US" sz="1600" dirty="0"/>
          </a:p>
        </p:txBody>
      </p:sp>
      <p:pic>
        <p:nvPicPr>
          <p:cNvPr id="20" name="Odkaz krok 3" descr="Zvětšit: Souboj a pirátský ostrov">
            <a:hlinkClick r:id="rId14" tooltip="Zvětšit: Souboj a pirátský ostrov" action="ppaction://hlinksldjump"/>
          </p:cNvPr>
          <p:cNvPicPr>
            <a:picLocks noChangeAspect="1"/>
          </p:cNvPicPr>
          <p:nvPr/>
        </p:nvPicPr>
        <p:blipFill>
          <a:blip r:embed="rId13"/>
          <a:stretch>
            <a:fillRect/>
          </a:stretch>
        </p:blipFill>
        <p:spPr>
          <a:xfrm>
            <a:off x="5760720" y="2706624"/>
            <a:ext cx="2926080" cy="420624"/>
          </a:xfrm>
          <a:prstGeom prst="rect">
            <a:avLst/>
          </a:prstGeom>
        </p:spPr>
      </p:pic>
      <p:sp>
        <p:nvSpPr>
          <p:cNvPr id="21" name="Krok 4"/>
          <p:cNvSpPr/>
          <p:nvPr/>
        </p:nvSpPr>
        <p:spPr>
          <a:xfrm>
            <a:off x="5760720" y="3419856"/>
            <a:ext cx="420624" cy="420624"/>
          </a:xfrm>
          <a:prstGeom prst="ellipse">
            <a:avLst/>
          </a:prstGeom>
          <a:solidFill>
            <a:schemeClr val="accent2"/>
          </a:solidFill>
          <a:ln w="12700">
            <a:solidFill>
              <a:schemeClr val="accent2"/>
            </a:solidFill>
            <a:prstDash val="solid"/>
          </a:ln>
        </p:spPr>
      </p:sp>
      <p:sp>
        <p:nvSpPr>
          <p:cNvPr id="22" name="Krok 4 text"/>
          <p:cNvSpPr txBox="1"/>
          <p:nvPr/>
        </p:nvSpPr>
        <p:spPr>
          <a:xfrm>
            <a:off x="5760720" y="341985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Krok text 4"/>
          <p:cNvSpPr txBox="1"/>
          <p:nvPr/>
        </p:nvSpPr>
        <p:spPr>
          <a:xfrm>
            <a:off x="6355080" y="3419856"/>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Pirátská pevnost</a:t>
            </a:r>
            <a:endParaRPr lang="en-US" sz="1600" dirty="0"/>
          </a:p>
        </p:txBody>
      </p:sp>
      <p:pic>
        <p:nvPicPr>
          <p:cNvPr id="24" name="Odkaz krok 4" descr="Zvětšit: Pirátská pevnost">
            <a:hlinkClick r:id="rId16" tooltip="Zvětšit: Pirátská pevnost" action="ppaction://hlinksldjump"/>
          </p:cNvPr>
          <p:cNvPicPr>
            <a:picLocks noChangeAspect="1"/>
          </p:cNvPicPr>
          <p:nvPr/>
        </p:nvPicPr>
        <p:blipFill>
          <a:blip r:embed="rId15"/>
          <a:stretch>
            <a:fillRect/>
          </a:stretch>
        </p:blipFill>
        <p:spPr>
          <a:xfrm>
            <a:off x="5760720" y="3419856"/>
            <a:ext cx="2926080" cy="420624"/>
          </a:xfrm>
          <a:prstGeom prst="rect">
            <a:avLst/>
          </a:prstGeom>
        </p:spPr>
      </p:pic>
      <p:sp>
        <p:nvSpPr>
          <p:cNvPr id="25" name="Nápověda galerie"/>
          <p:cNvSpPr txBox="1"/>
          <p:nvPr/>
        </p:nvSpPr>
        <p:spPr>
          <a:xfrm>
            <a:off x="5760720" y="4160520"/>
            <a:ext cx="2926080" cy="274320"/>
          </a:xfrm>
          <a:prstGeom prst="rect">
            <a:avLst/>
          </a:prstGeom>
          <a:noFill/>
          <a:ln/>
        </p:spPr>
        <p:txBody>
          <a:bodyPr wrap="square" lIns="0" tIns="0" rIns="0" bIns="0" rtlCol="0" anchor="ctr"/>
          <a:lstStyle/>
          <a:p>
            <a:pPr indent="0" marL="0">
              <a:buNone/>
            </a:pPr>
            <a:r>
              <a:rPr lang="en-US" sz="1200" i="1" dirty="0">
                <a:solidFill>
                  <a:schemeClr val="accent5"/>
                </a:solidFill>
              </a:rPr>
              <a:t>Klikni na náhled nebo na krok</a:t>
            </a:r>
            <a:endParaRPr lang="en-US" sz="1200" dirty="0"/>
          </a:p>
        </p:txBody>
      </p:sp>
      <p:sp>
        <p:nvSpPr>
          <p:cNvPr id="26"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7"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8" name="Nav odkaz Téma" descr="Přejít: Téma">
            <a:hlinkClick r:id="rId18" tooltip="Přejít: Téma" action="ppaction://hlinksldjump"/>
          </p:cNvPr>
          <p:cNvPicPr>
            <a:picLocks noChangeAspect="1"/>
          </p:cNvPicPr>
          <p:nvPr/>
        </p:nvPicPr>
        <p:blipFill>
          <a:blip r:embed="rId17"/>
          <a:stretch>
            <a:fillRect/>
          </a:stretch>
        </p:blipFill>
        <p:spPr>
          <a:xfrm>
            <a:off x="457200" y="4700016"/>
            <a:ext cx="914400" cy="256032"/>
          </a:xfrm>
          <a:prstGeom prst="rect">
            <a:avLst/>
          </a:prstGeom>
        </p:spPr>
      </p:pic>
      <p:sp>
        <p:nvSpPr>
          <p:cNvPr id="29"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0"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1" name="Nav odkaz Rozsah" descr="Přejít: Rozsah">
            <a:hlinkClick r:id="rId20" tooltip="Přejít: Rozsah" action="ppaction://hlinksldjump"/>
          </p:cNvPr>
          <p:cNvPicPr>
            <a:picLocks noChangeAspect="1"/>
          </p:cNvPicPr>
          <p:nvPr/>
        </p:nvPicPr>
        <p:blipFill>
          <a:blip r:embed="rId19"/>
          <a:stretch>
            <a:fillRect/>
          </a:stretch>
        </p:blipFill>
        <p:spPr>
          <a:xfrm>
            <a:off x="1426464" y="4700016"/>
            <a:ext cx="914400" cy="256032"/>
          </a:xfrm>
          <a:prstGeom prst="rect">
            <a:avLst/>
          </a:prstGeom>
        </p:spPr>
      </p:pic>
      <p:sp>
        <p:nvSpPr>
          <p:cNvPr id="32"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3"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4" name="Nav odkaz Technika" descr="Přejít: Technika">
            <a:hlinkClick r:id="rId22" tooltip="Přejít: Technika" action="ppaction://hlinksldjump"/>
          </p:cNvPr>
          <p:cNvPicPr>
            <a:picLocks noChangeAspect="1"/>
          </p:cNvPicPr>
          <p:nvPr/>
        </p:nvPicPr>
        <p:blipFill>
          <a:blip r:embed="rId21"/>
          <a:stretch>
            <a:fillRect/>
          </a:stretch>
        </p:blipFill>
        <p:spPr>
          <a:xfrm>
            <a:off x="2395728" y="4700016"/>
            <a:ext cx="914400" cy="256032"/>
          </a:xfrm>
          <a:prstGeom prst="rect">
            <a:avLst/>
          </a:prstGeom>
        </p:spPr>
      </p:pic>
      <p:sp>
        <p:nvSpPr>
          <p:cNvPr id="35" name="Nav Ukázka"/>
          <p:cNvSpPr/>
          <p:nvPr/>
        </p:nvSpPr>
        <p:spPr>
          <a:xfrm>
            <a:off x="3364992" y="4700016"/>
            <a:ext cx="914400" cy="256032"/>
          </a:xfrm>
          <a:prstGeom prst="roundRect">
            <a:avLst>
              <a:gd name="adj" fmla="val 28571"/>
            </a:avLst>
          </a:prstGeom>
          <a:solidFill>
            <a:schemeClr val="accent2"/>
          </a:solidFill>
          <a:ln w="12700">
            <a:solidFill>
              <a:schemeClr val="accent2"/>
            </a:solidFill>
            <a:prstDash val="solid"/>
          </a:ln>
        </p:spPr>
      </p:sp>
      <p:sp>
        <p:nvSpPr>
          <p:cNvPr id="36"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Ukázka</a:t>
            </a:r>
            <a:endParaRPr lang="en-US" sz="1100" dirty="0"/>
          </a:p>
        </p:txBody>
      </p:sp>
      <p:pic>
        <p:nvPicPr>
          <p:cNvPr id="37" name="Nav odkaz Ukázka" descr="Přejít: Ukázka">
            <a:hlinkClick r:id="rId24" tooltip="Přejít: Ukázka" action="ppaction://hlinksldjump"/>
          </p:cNvPr>
          <p:cNvPicPr>
            <a:picLocks noChangeAspect="1"/>
          </p:cNvPicPr>
          <p:nvPr/>
        </p:nvPicPr>
        <p:blipFill>
          <a:blip r:embed="rId23"/>
          <a:stretch>
            <a:fillRect/>
          </a:stretch>
        </p:blipFill>
        <p:spPr>
          <a:xfrm>
            <a:off x="3364992" y="4700016"/>
            <a:ext cx="914400" cy="256032"/>
          </a:xfrm>
          <a:prstGeom prst="rect">
            <a:avLst/>
          </a:prstGeom>
        </p:spPr>
      </p:pic>
      <p:sp>
        <p:nvSpPr>
          <p:cNvPr id="38"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9"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0" name="Nav odkaz Rizika" descr="Přejít: Rizika">
            <a:hlinkClick r:id="rId26" tooltip="Přejít: Rizika" action="ppaction://hlinksldjump"/>
          </p:cNvPr>
          <p:cNvPicPr>
            <a:picLocks noChangeAspect="1"/>
          </p:cNvPicPr>
          <p:nvPr/>
        </p:nvPicPr>
        <p:blipFill>
          <a:blip r:embed="rId25"/>
          <a:stretch>
            <a:fillRect/>
          </a:stretch>
        </p:blipFill>
        <p:spPr>
          <a:xfrm>
            <a:off x="4334256" y="4700016"/>
            <a:ext cx="914400" cy="256032"/>
          </a:xfrm>
          <a:prstGeom prst="rect">
            <a:avLst/>
          </a:prstGeom>
        </p:spPr>
      </p:pic>
      <p:sp>
        <p:nvSpPr>
          <p:cNvPr id="41"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2"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3" name="Nav odkaz Plán" descr="Přejít: Plán">
            <a:hlinkClick r:id="rId28" tooltip="Přejít: Plán" action="ppaction://hlinksldjump"/>
          </p:cNvPr>
          <p:cNvPicPr>
            <a:picLocks noChangeAspect="1"/>
          </p:cNvPicPr>
          <p:nvPr/>
        </p:nvPicPr>
        <p:blipFill>
          <a:blip r:embed="rId27"/>
          <a:stretch>
            <a:fillRect/>
          </a:stretch>
        </p:blipFill>
        <p:spPr>
          <a:xfrm>
            <a:off x="5303520" y="4700016"/>
            <a:ext cx="914400" cy="256032"/>
          </a:xfrm>
          <a:prstGeom prst="rect">
            <a:avLst/>
          </a:prstGeom>
        </p:spPr>
      </p:pic>
      <p:sp>
        <p:nvSpPr>
          <p:cNvPr id="44"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5"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6" name="Nav odkaz Otázky" descr="Přejít: Otázky">
            <a:hlinkClick r:id="rId30" tooltip="Přejít: Otázky" action="ppaction://hlinksldjump"/>
          </p:cNvPr>
          <p:cNvPicPr>
            <a:picLocks noChangeAspect="1"/>
          </p:cNvPicPr>
          <p:nvPr/>
        </p:nvPicPr>
        <p:blipFill>
          <a:blip r:embed="rId29"/>
          <a:stretch>
            <a:fillRect/>
          </a:stretch>
        </p:blipFill>
        <p:spPr>
          <a:xfrm>
            <a:off x="6272784" y="4700016"/>
            <a:ext cx="914400" cy="256032"/>
          </a:xfrm>
          <a:prstGeom prst="rect">
            <a:avLst/>
          </a:prstGeom>
        </p:spPr>
      </p:pic>
      <p:sp>
        <p:nvSpPr>
          <p:cNvPr id="47"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5</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Ukázka hry</a:t>
            </a:r>
            <a:endParaRPr lang="en-US" sz="3400" dirty="0"/>
          </a:p>
        </p:txBody>
      </p:sp>
      <p:pic>
        <p:nvPicPr>
          <p:cNvPr id="3" name="!!img_ostrov" descr="Loď u ostrova s majákem">    </p:cNvPr>
          <p:cNvPicPr>
            <a:picLocks noChangeAspect="1"/>
          </p:cNvPicPr>
          <p:nvPr/>
        </p:nvPicPr>
        <p:blipFill>
          <a:blip r:embed="rId1"/>
          <a:srcRect l="0" r="0" t="0" b="0"/>
          <a:stretch/>
        </p:blipFill>
        <p:spPr>
          <a:xfrm>
            <a:off x="457200" y="3657600"/>
            <a:ext cx="1609344" cy="768096"/>
          </a:xfrm>
          <a:prstGeom prst="rect">
            <a:avLst/>
          </a:prstGeom>
        </p:spPr>
      </p:pic>
      <p:pic>
        <p:nvPicPr>
          <p:cNvPr id="4" name="Odkaz náhled ostrov" descr="Zvětšit: Plavba a rybaření">
            <a:hlinkClick r:id="rId3" tooltip="Zvětšit: Plavba a rybaření" action="ppaction://hlinksldjump"/>
          </p:cNvPr>
          <p:cNvPicPr>
            <a:picLocks noChangeAspect="1"/>
          </p:cNvPicPr>
          <p:nvPr/>
        </p:nvPicPr>
        <p:blipFill>
          <a:blip r:embed="rId2"/>
          <a:stretch>
            <a:fillRect/>
          </a:stretch>
        </p:blipFill>
        <p:spPr>
          <a:xfrm>
            <a:off x="457200" y="3657600"/>
            <a:ext cx="1609344" cy="768096"/>
          </a:xfrm>
          <a:prstGeom prst="rect">
            <a:avLst/>
          </a:prstGeom>
        </p:spPr>
      </p:pic>
      <p:pic>
        <p:nvPicPr>
          <p:cNvPr id="5" name="!!img_majak" descr="Vnitřek majáku s pulty">    </p:cNvPr>
          <p:cNvPicPr>
            <a:picLocks noChangeAspect="1"/>
          </p:cNvPicPr>
          <p:nvPr/>
        </p:nvPicPr>
        <p:blipFill>
          <a:blip r:embed="rId4"/>
          <a:srcRect l="0" r="0" t="0" b="0"/>
          <a:stretch/>
        </p:blipFill>
        <p:spPr>
          <a:xfrm>
            <a:off x="2121408" y="3657600"/>
            <a:ext cx="1609344" cy="768096"/>
          </a:xfrm>
          <a:prstGeom prst="rect">
            <a:avLst/>
          </a:prstGeom>
        </p:spPr>
      </p:pic>
      <p:pic>
        <p:nvPicPr>
          <p:cNvPr id="6" name="Odkaz náhled majak" descr="Zvětšit: Maják: prodej a obchod">
            <a:hlinkClick r:id="rId6" tooltip="Zvětšit: Maják: prodej a obchod" action="ppaction://hlinksldjump"/>
          </p:cNvPr>
          <p:cNvPicPr>
            <a:picLocks noChangeAspect="1"/>
          </p:cNvPicPr>
          <p:nvPr/>
        </p:nvPicPr>
        <p:blipFill>
          <a:blip r:embed="rId5"/>
          <a:stretch>
            <a:fillRect/>
          </a:stretch>
        </p:blipFill>
        <p:spPr>
          <a:xfrm>
            <a:off x="2121408" y="3657600"/>
            <a:ext cx="1609344" cy="768096"/>
          </a:xfrm>
          <a:prstGeom prst="rect">
            <a:avLst/>
          </a:prstGeom>
        </p:spPr>
      </p:pic>
      <p:pic>
        <p:nvPicPr>
          <p:cNvPr id="7" name="!!img_pirati" descr="Pirátský ostrov s hradbami">    </p:cNvPr>
          <p:cNvPicPr>
            <a:picLocks noChangeAspect="1"/>
          </p:cNvPicPr>
          <p:nvPr/>
        </p:nvPicPr>
        <p:blipFill>
          <a:blip r:embed="rId7"/>
          <a:srcRect l="0" r="0" t="0" b="0"/>
          <a:stretch/>
        </p:blipFill>
        <p:spPr>
          <a:xfrm>
            <a:off x="457200" y="1188720"/>
            <a:ext cx="4937760" cy="2359152"/>
          </a:xfrm>
          <a:prstGeom prst="rect">
            <a:avLst/>
          </a:prstGeom>
        </p:spPr>
      </p:pic>
      <p:pic>
        <p:nvPicPr>
          <p:cNvPr id="8" name="!!img_pevnost" descr="Hradby pirátské pevnosti">    </p:cNvPr>
          <p:cNvPicPr>
            <a:picLocks noChangeAspect="1"/>
          </p:cNvPicPr>
          <p:nvPr/>
        </p:nvPicPr>
        <p:blipFill>
          <a:blip r:embed="rId8"/>
          <a:srcRect l="0" r="0" t="0" b="0"/>
          <a:stretch/>
        </p:blipFill>
        <p:spPr>
          <a:xfrm>
            <a:off x="3785616" y="3657600"/>
            <a:ext cx="1609344" cy="768096"/>
          </a:xfrm>
          <a:prstGeom prst="rect">
            <a:avLst/>
          </a:prstGeom>
        </p:spPr>
      </p:pic>
      <p:pic>
        <p:nvPicPr>
          <p:cNvPr id="9" name="Odkaz náhled pevnost" descr="Zvětšit: Pirátská pevnost">
            <a:hlinkClick r:id="rId10" tooltip="Zvětšit: Pirátská pevnost" action="ppaction://hlinksldjump"/>
          </p:cNvPr>
          <p:cNvPicPr>
            <a:picLocks noChangeAspect="1"/>
          </p:cNvPicPr>
          <p:nvPr/>
        </p:nvPicPr>
        <p:blipFill>
          <a:blip r:embed="rId9"/>
          <a:stretch>
            <a:fillRect/>
          </a:stretch>
        </p:blipFill>
        <p:spPr>
          <a:xfrm>
            <a:off x="3785616" y="3657600"/>
            <a:ext cx="1609344" cy="768096"/>
          </a:xfrm>
          <a:prstGeom prst="rect">
            <a:avLst/>
          </a:prstGeom>
        </p:spPr>
      </p:pic>
      <p:sp>
        <p:nvSpPr>
          <p:cNvPr id="10" name="Krok 1"/>
          <p:cNvSpPr/>
          <p:nvPr/>
        </p:nvSpPr>
        <p:spPr>
          <a:xfrm>
            <a:off x="5760720" y="1280160"/>
            <a:ext cx="420624" cy="420624"/>
          </a:xfrm>
          <a:prstGeom prst="ellipse">
            <a:avLst/>
          </a:prstGeom>
          <a:solidFill>
            <a:schemeClr val="accent2"/>
          </a:solidFill>
          <a:ln w="12700">
            <a:solidFill>
              <a:schemeClr val="accent2"/>
            </a:solidFill>
            <a:prstDash val="solid"/>
          </a:ln>
        </p:spPr>
      </p:sp>
      <p:sp>
        <p:nvSpPr>
          <p:cNvPr id="11" name="Krok 1 text"/>
          <p:cNvSpPr txBox="1"/>
          <p:nvPr/>
        </p:nvSpPr>
        <p:spPr>
          <a:xfrm>
            <a:off x="5760720" y="1280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Krok text 1"/>
          <p:cNvSpPr txBox="1"/>
          <p:nvPr/>
        </p:nvSpPr>
        <p:spPr>
          <a:xfrm>
            <a:off x="6355080" y="1280160"/>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Plavba a rybaření</a:t>
            </a:r>
            <a:endParaRPr lang="en-US" sz="1600" dirty="0"/>
          </a:p>
        </p:txBody>
      </p:sp>
      <p:pic>
        <p:nvPicPr>
          <p:cNvPr id="13" name="Odkaz krok 1" descr="Zvětšit: Plavba a rybaření">
            <a:hlinkClick r:id="rId12" tooltip="Zvětšit: Plavba a rybaření" action="ppaction://hlinksldjump"/>
          </p:cNvPr>
          <p:cNvPicPr>
            <a:picLocks noChangeAspect="1"/>
          </p:cNvPicPr>
          <p:nvPr/>
        </p:nvPicPr>
        <p:blipFill>
          <a:blip r:embed="rId11"/>
          <a:stretch>
            <a:fillRect/>
          </a:stretch>
        </p:blipFill>
        <p:spPr>
          <a:xfrm>
            <a:off x="5760720" y="1280160"/>
            <a:ext cx="2926080" cy="420624"/>
          </a:xfrm>
          <a:prstGeom prst="rect">
            <a:avLst/>
          </a:prstGeom>
        </p:spPr>
      </p:pic>
      <p:sp>
        <p:nvSpPr>
          <p:cNvPr id="14" name="Krok 2"/>
          <p:cNvSpPr/>
          <p:nvPr/>
        </p:nvSpPr>
        <p:spPr>
          <a:xfrm>
            <a:off x="5760720" y="1993392"/>
            <a:ext cx="420624" cy="420624"/>
          </a:xfrm>
          <a:prstGeom prst="ellipse">
            <a:avLst/>
          </a:prstGeom>
          <a:solidFill>
            <a:schemeClr val="accent2"/>
          </a:solidFill>
          <a:ln w="12700">
            <a:solidFill>
              <a:schemeClr val="accent2"/>
            </a:solidFill>
            <a:prstDash val="solid"/>
          </a:ln>
        </p:spPr>
      </p:sp>
      <p:sp>
        <p:nvSpPr>
          <p:cNvPr id="15" name="Krok 2 text"/>
          <p:cNvSpPr txBox="1"/>
          <p:nvPr/>
        </p:nvSpPr>
        <p:spPr>
          <a:xfrm>
            <a:off x="5760720" y="19933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Krok text 2"/>
          <p:cNvSpPr txBox="1"/>
          <p:nvPr/>
        </p:nvSpPr>
        <p:spPr>
          <a:xfrm>
            <a:off x="6355080" y="1993392"/>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Maják: prodej a obchod</a:t>
            </a:r>
            <a:endParaRPr lang="en-US" sz="1600" dirty="0"/>
          </a:p>
        </p:txBody>
      </p:sp>
      <p:pic>
        <p:nvPicPr>
          <p:cNvPr id="17" name="Odkaz krok 2" descr="Zvětšit: Maják: prodej a obchod">
            <a:hlinkClick r:id="rId14" tooltip="Zvětšit: Maják: prodej a obchod" action="ppaction://hlinksldjump"/>
          </p:cNvPr>
          <p:cNvPicPr>
            <a:picLocks noChangeAspect="1"/>
          </p:cNvPicPr>
          <p:nvPr/>
        </p:nvPicPr>
        <p:blipFill>
          <a:blip r:embed="rId13"/>
          <a:stretch>
            <a:fillRect/>
          </a:stretch>
        </p:blipFill>
        <p:spPr>
          <a:xfrm>
            <a:off x="5760720" y="1993392"/>
            <a:ext cx="2926080" cy="420624"/>
          </a:xfrm>
          <a:prstGeom prst="rect">
            <a:avLst/>
          </a:prstGeom>
        </p:spPr>
      </p:pic>
      <p:sp>
        <p:nvSpPr>
          <p:cNvPr id="18" name="Krok 3"/>
          <p:cNvSpPr/>
          <p:nvPr/>
        </p:nvSpPr>
        <p:spPr>
          <a:xfrm>
            <a:off x="5760720" y="2706624"/>
            <a:ext cx="420624" cy="420624"/>
          </a:xfrm>
          <a:prstGeom prst="ellipse">
            <a:avLst/>
          </a:prstGeom>
          <a:solidFill>
            <a:schemeClr val="accent1"/>
          </a:solidFill>
          <a:ln w="12700">
            <a:solidFill>
              <a:schemeClr val="accent1"/>
            </a:solidFill>
            <a:prstDash val="solid"/>
          </a:ln>
        </p:spPr>
      </p:sp>
      <p:sp>
        <p:nvSpPr>
          <p:cNvPr id="19" name="Krok 3 text"/>
          <p:cNvSpPr txBox="1"/>
          <p:nvPr/>
        </p:nvSpPr>
        <p:spPr>
          <a:xfrm>
            <a:off x="5760720" y="2706624"/>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Krok text 3"/>
          <p:cNvSpPr txBox="1"/>
          <p:nvPr/>
        </p:nvSpPr>
        <p:spPr>
          <a:xfrm>
            <a:off x="6355080" y="2706624"/>
            <a:ext cx="2331720" cy="420624"/>
          </a:xfrm>
          <a:prstGeom prst="rect">
            <a:avLst/>
          </a:prstGeom>
          <a:noFill/>
          <a:ln/>
        </p:spPr>
        <p:txBody>
          <a:bodyPr wrap="square" lIns="0" tIns="0" rIns="0" bIns="0" rtlCol="0" anchor="ctr"/>
          <a:lstStyle/>
          <a:p>
            <a:pPr indent="0" marL="0">
              <a:buNone/>
            </a:pPr>
            <a:r>
              <a:rPr lang="en-US" sz="1600" b="1" dirty="0">
                <a:solidFill>
                  <a:schemeClr val="tx1"/>
                </a:solidFill>
              </a:rPr>
              <a:t>Souboj a pirátský ostrov</a:t>
            </a:r>
            <a:endParaRPr lang="en-US" sz="1600" dirty="0"/>
          </a:p>
        </p:txBody>
      </p:sp>
      <p:sp>
        <p:nvSpPr>
          <p:cNvPr id="21" name="Krok 4"/>
          <p:cNvSpPr/>
          <p:nvPr/>
        </p:nvSpPr>
        <p:spPr>
          <a:xfrm>
            <a:off x="5760720" y="3419856"/>
            <a:ext cx="420624" cy="420624"/>
          </a:xfrm>
          <a:prstGeom prst="ellipse">
            <a:avLst/>
          </a:prstGeom>
          <a:solidFill>
            <a:schemeClr val="accent2"/>
          </a:solidFill>
          <a:ln w="12700">
            <a:solidFill>
              <a:schemeClr val="accent2"/>
            </a:solidFill>
            <a:prstDash val="solid"/>
          </a:ln>
        </p:spPr>
      </p:sp>
      <p:sp>
        <p:nvSpPr>
          <p:cNvPr id="22" name="Krok 4 text"/>
          <p:cNvSpPr txBox="1"/>
          <p:nvPr/>
        </p:nvSpPr>
        <p:spPr>
          <a:xfrm>
            <a:off x="5760720" y="341985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Krok text 4"/>
          <p:cNvSpPr txBox="1"/>
          <p:nvPr/>
        </p:nvSpPr>
        <p:spPr>
          <a:xfrm>
            <a:off x="6355080" y="3419856"/>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Pirátská pevnost</a:t>
            </a:r>
            <a:endParaRPr lang="en-US" sz="1600" dirty="0"/>
          </a:p>
        </p:txBody>
      </p:sp>
      <p:pic>
        <p:nvPicPr>
          <p:cNvPr id="24" name="Odkaz krok 4" descr="Zvětšit: Pirátská pevnost">
            <a:hlinkClick r:id="rId16" tooltip="Zvětšit: Pirátská pevnost" action="ppaction://hlinksldjump"/>
          </p:cNvPr>
          <p:cNvPicPr>
            <a:picLocks noChangeAspect="1"/>
          </p:cNvPicPr>
          <p:nvPr/>
        </p:nvPicPr>
        <p:blipFill>
          <a:blip r:embed="rId15"/>
          <a:stretch>
            <a:fillRect/>
          </a:stretch>
        </p:blipFill>
        <p:spPr>
          <a:xfrm>
            <a:off x="5760720" y="3419856"/>
            <a:ext cx="2926080" cy="420624"/>
          </a:xfrm>
          <a:prstGeom prst="rect">
            <a:avLst/>
          </a:prstGeom>
        </p:spPr>
      </p:pic>
      <p:sp>
        <p:nvSpPr>
          <p:cNvPr id="25" name="Nápověda galerie"/>
          <p:cNvSpPr txBox="1"/>
          <p:nvPr/>
        </p:nvSpPr>
        <p:spPr>
          <a:xfrm>
            <a:off x="5760720" y="4160520"/>
            <a:ext cx="2926080" cy="274320"/>
          </a:xfrm>
          <a:prstGeom prst="rect">
            <a:avLst/>
          </a:prstGeom>
          <a:noFill/>
          <a:ln/>
        </p:spPr>
        <p:txBody>
          <a:bodyPr wrap="square" lIns="0" tIns="0" rIns="0" bIns="0" rtlCol="0" anchor="ctr"/>
          <a:lstStyle/>
          <a:p>
            <a:pPr indent="0" marL="0">
              <a:buNone/>
            </a:pPr>
            <a:r>
              <a:rPr lang="en-US" sz="1200" i="1" dirty="0">
                <a:solidFill>
                  <a:schemeClr val="accent5"/>
                </a:solidFill>
              </a:rPr>
              <a:t>Klikni na náhled nebo na krok</a:t>
            </a:r>
            <a:endParaRPr lang="en-US" sz="1200" dirty="0"/>
          </a:p>
        </p:txBody>
      </p:sp>
      <p:sp>
        <p:nvSpPr>
          <p:cNvPr id="26"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7"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8" name="Nav odkaz Téma" descr="Přejít: Téma">
            <a:hlinkClick r:id="rId18" tooltip="Přejít: Téma" action="ppaction://hlinksldjump"/>
          </p:cNvPr>
          <p:cNvPicPr>
            <a:picLocks noChangeAspect="1"/>
          </p:cNvPicPr>
          <p:nvPr/>
        </p:nvPicPr>
        <p:blipFill>
          <a:blip r:embed="rId17"/>
          <a:stretch>
            <a:fillRect/>
          </a:stretch>
        </p:blipFill>
        <p:spPr>
          <a:xfrm>
            <a:off x="457200" y="4700016"/>
            <a:ext cx="914400" cy="256032"/>
          </a:xfrm>
          <a:prstGeom prst="rect">
            <a:avLst/>
          </a:prstGeom>
        </p:spPr>
      </p:pic>
      <p:sp>
        <p:nvSpPr>
          <p:cNvPr id="29"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0"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1" name="Nav odkaz Rozsah" descr="Přejít: Rozsah">
            <a:hlinkClick r:id="rId20" tooltip="Přejít: Rozsah" action="ppaction://hlinksldjump"/>
          </p:cNvPr>
          <p:cNvPicPr>
            <a:picLocks noChangeAspect="1"/>
          </p:cNvPicPr>
          <p:nvPr/>
        </p:nvPicPr>
        <p:blipFill>
          <a:blip r:embed="rId19"/>
          <a:stretch>
            <a:fillRect/>
          </a:stretch>
        </p:blipFill>
        <p:spPr>
          <a:xfrm>
            <a:off x="1426464" y="4700016"/>
            <a:ext cx="914400" cy="256032"/>
          </a:xfrm>
          <a:prstGeom prst="rect">
            <a:avLst/>
          </a:prstGeom>
        </p:spPr>
      </p:pic>
      <p:sp>
        <p:nvSpPr>
          <p:cNvPr id="32"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3"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4" name="Nav odkaz Technika" descr="Přejít: Technika">
            <a:hlinkClick r:id="rId22" tooltip="Přejít: Technika" action="ppaction://hlinksldjump"/>
          </p:cNvPr>
          <p:cNvPicPr>
            <a:picLocks noChangeAspect="1"/>
          </p:cNvPicPr>
          <p:nvPr/>
        </p:nvPicPr>
        <p:blipFill>
          <a:blip r:embed="rId21"/>
          <a:stretch>
            <a:fillRect/>
          </a:stretch>
        </p:blipFill>
        <p:spPr>
          <a:xfrm>
            <a:off x="2395728" y="4700016"/>
            <a:ext cx="914400" cy="256032"/>
          </a:xfrm>
          <a:prstGeom prst="rect">
            <a:avLst/>
          </a:prstGeom>
        </p:spPr>
      </p:pic>
      <p:sp>
        <p:nvSpPr>
          <p:cNvPr id="35" name="Nav Ukázka"/>
          <p:cNvSpPr/>
          <p:nvPr/>
        </p:nvSpPr>
        <p:spPr>
          <a:xfrm>
            <a:off x="3364992" y="4700016"/>
            <a:ext cx="914400" cy="256032"/>
          </a:xfrm>
          <a:prstGeom prst="roundRect">
            <a:avLst>
              <a:gd name="adj" fmla="val 28571"/>
            </a:avLst>
          </a:prstGeom>
          <a:solidFill>
            <a:schemeClr val="accent2"/>
          </a:solidFill>
          <a:ln w="12700">
            <a:solidFill>
              <a:schemeClr val="accent2"/>
            </a:solidFill>
            <a:prstDash val="solid"/>
          </a:ln>
        </p:spPr>
      </p:sp>
      <p:sp>
        <p:nvSpPr>
          <p:cNvPr id="36"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Ukázka</a:t>
            </a:r>
            <a:endParaRPr lang="en-US" sz="1100" dirty="0"/>
          </a:p>
        </p:txBody>
      </p:sp>
      <p:pic>
        <p:nvPicPr>
          <p:cNvPr id="37" name="Nav odkaz Ukázka" descr="Přejít: Ukázka">
            <a:hlinkClick r:id="rId24" tooltip="Přejít: Ukázka" action="ppaction://hlinksldjump"/>
          </p:cNvPr>
          <p:cNvPicPr>
            <a:picLocks noChangeAspect="1"/>
          </p:cNvPicPr>
          <p:nvPr/>
        </p:nvPicPr>
        <p:blipFill>
          <a:blip r:embed="rId23"/>
          <a:stretch>
            <a:fillRect/>
          </a:stretch>
        </p:blipFill>
        <p:spPr>
          <a:xfrm>
            <a:off x="3364992" y="4700016"/>
            <a:ext cx="914400" cy="256032"/>
          </a:xfrm>
          <a:prstGeom prst="rect">
            <a:avLst/>
          </a:prstGeom>
        </p:spPr>
      </p:pic>
      <p:sp>
        <p:nvSpPr>
          <p:cNvPr id="38"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9"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0" name="Nav odkaz Rizika" descr="Přejít: Rizika">
            <a:hlinkClick r:id="rId26" tooltip="Přejít: Rizika" action="ppaction://hlinksldjump"/>
          </p:cNvPr>
          <p:cNvPicPr>
            <a:picLocks noChangeAspect="1"/>
          </p:cNvPicPr>
          <p:nvPr/>
        </p:nvPicPr>
        <p:blipFill>
          <a:blip r:embed="rId25"/>
          <a:stretch>
            <a:fillRect/>
          </a:stretch>
        </p:blipFill>
        <p:spPr>
          <a:xfrm>
            <a:off x="4334256" y="4700016"/>
            <a:ext cx="914400" cy="256032"/>
          </a:xfrm>
          <a:prstGeom prst="rect">
            <a:avLst/>
          </a:prstGeom>
        </p:spPr>
      </p:pic>
      <p:sp>
        <p:nvSpPr>
          <p:cNvPr id="41"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2"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3" name="Nav odkaz Plán" descr="Přejít: Plán">
            <a:hlinkClick r:id="rId28" tooltip="Přejít: Plán" action="ppaction://hlinksldjump"/>
          </p:cNvPr>
          <p:cNvPicPr>
            <a:picLocks noChangeAspect="1"/>
          </p:cNvPicPr>
          <p:nvPr/>
        </p:nvPicPr>
        <p:blipFill>
          <a:blip r:embed="rId27"/>
          <a:stretch>
            <a:fillRect/>
          </a:stretch>
        </p:blipFill>
        <p:spPr>
          <a:xfrm>
            <a:off x="5303520" y="4700016"/>
            <a:ext cx="914400" cy="256032"/>
          </a:xfrm>
          <a:prstGeom prst="rect">
            <a:avLst/>
          </a:prstGeom>
        </p:spPr>
      </p:pic>
      <p:sp>
        <p:nvSpPr>
          <p:cNvPr id="44"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5"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6" name="Nav odkaz Otázky" descr="Přejít: Otázky">
            <a:hlinkClick r:id="rId30" tooltip="Přejít: Otázky" action="ppaction://hlinksldjump"/>
          </p:cNvPr>
          <p:cNvPicPr>
            <a:picLocks noChangeAspect="1"/>
          </p:cNvPicPr>
          <p:nvPr/>
        </p:nvPicPr>
        <p:blipFill>
          <a:blip r:embed="rId29"/>
          <a:stretch>
            <a:fillRect/>
          </a:stretch>
        </p:blipFill>
        <p:spPr>
          <a:xfrm>
            <a:off x="6272784" y="4700016"/>
            <a:ext cx="914400" cy="256032"/>
          </a:xfrm>
          <a:prstGeom prst="rect">
            <a:avLst/>
          </a:prstGeom>
        </p:spPr>
      </p:pic>
      <p:sp>
        <p:nvSpPr>
          <p:cNvPr id="47"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5</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Ukázka hry</a:t>
            </a:r>
            <a:endParaRPr lang="en-US" sz="3400" dirty="0"/>
          </a:p>
        </p:txBody>
      </p:sp>
      <p:pic>
        <p:nvPicPr>
          <p:cNvPr id="3" name="!!img_ostrov" descr="Loď u ostrova s majákem">    </p:cNvPr>
          <p:cNvPicPr>
            <a:picLocks noChangeAspect="1"/>
          </p:cNvPicPr>
          <p:nvPr/>
        </p:nvPicPr>
        <p:blipFill>
          <a:blip r:embed="rId1"/>
          <a:srcRect l="0" r="0" t="0" b="0"/>
          <a:stretch/>
        </p:blipFill>
        <p:spPr>
          <a:xfrm>
            <a:off x="457200" y="3657600"/>
            <a:ext cx="1609344" cy="768096"/>
          </a:xfrm>
          <a:prstGeom prst="rect">
            <a:avLst/>
          </a:prstGeom>
        </p:spPr>
      </p:pic>
      <p:pic>
        <p:nvPicPr>
          <p:cNvPr id="4" name="Odkaz náhled ostrov" descr="Zvětšit: Plavba a rybaření">
            <a:hlinkClick r:id="rId3" tooltip="Zvětšit: Plavba a rybaření" action="ppaction://hlinksldjump"/>
          </p:cNvPr>
          <p:cNvPicPr>
            <a:picLocks noChangeAspect="1"/>
          </p:cNvPicPr>
          <p:nvPr/>
        </p:nvPicPr>
        <p:blipFill>
          <a:blip r:embed="rId2"/>
          <a:stretch>
            <a:fillRect/>
          </a:stretch>
        </p:blipFill>
        <p:spPr>
          <a:xfrm>
            <a:off x="457200" y="3657600"/>
            <a:ext cx="1609344" cy="768096"/>
          </a:xfrm>
          <a:prstGeom prst="rect">
            <a:avLst/>
          </a:prstGeom>
        </p:spPr>
      </p:pic>
      <p:pic>
        <p:nvPicPr>
          <p:cNvPr id="5" name="!!img_majak" descr="Vnitřek majáku s pulty">    </p:cNvPr>
          <p:cNvPicPr>
            <a:picLocks noChangeAspect="1"/>
          </p:cNvPicPr>
          <p:nvPr/>
        </p:nvPicPr>
        <p:blipFill>
          <a:blip r:embed="rId4"/>
          <a:srcRect l="0" r="0" t="0" b="0"/>
          <a:stretch/>
        </p:blipFill>
        <p:spPr>
          <a:xfrm>
            <a:off x="2121408" y="3657600"/>
            <a:ext cx="1609344" cy="768096"/>
          </a:xfrm>
          <a:prstGeom prst="rect">
            <a:avLst/>
          </a:prstGeom>
        </p:spPr>
      </p:pic>
      <p:pic>
        <p:nvPicPr>
          <p:cNvPr id="6" name="Odkaz náhled majak" descr="Zvětšit: Maják: prodej a obchod">
            <a:hlinkClick r:id="rId6" tooltip="Zvětšit: Maják: prodej a obchod" action="ppaction://hlinksldjump"/>
          </p:cNvPr>
          <p:cNvPicPr>
            <a:picLocks noChangeAspect="1"/>
          </p:cNvPicPr>
          <p:nvPr/>
        </p:nvPicPr>
        <p:blipFill>
          <a:blip r:embed="rId5"/>
          <a:stretch>
            <a:fillRect/>
          </a:stretch>
        </p:blipFill>
        <p:spPr>
          <a:xfrm>
            <a:off x="2121408" y="3657600"/>
            <a:ext cx="1609344" cy="768096"/>
          </a:xfrm>
          <a:prstGeom prst="rect">
            <a:avLst/>
          </a:prstGeom>
        </p:spPr>
      </p:pic>
      <p:pic>
        <p:nvPicPr>
          <p:cNvPr id="7" name="!!img_pirati" descr="Pirátský ostrov s hradbami">    </p:cNvPr>
          <p:cNvPicPr>
            <a:picLocks noChangeAspect="1"/>
          </p:cNvPicPr>
          <p:nvPr/>
        </p:nvPicPr>
        <p:blipFill>
          <a:blip r:embed="rId7"/>
          <a:srcRect l="0" r="0" t="0" b="0"/>
          <a:stretch/>
        </p:blipFill>
        <p:spPr>
          <a:xfrm>
            <a:off x="3785616" y="3657600"/>
            <a:ext cx="1609344" cy="768096"/>
          </a:xfrm>
          <a:prstGeom prst="rect">
            <a:avLst/>
          </a:prstGeom>
        </p:spPr>
      </p:pic>
      <p:pic>
        <p:nvPicPr>
          <p:cNvPr id="8" name="Odkaz náhled pirati" descr="Zvětšit: Souboj a pirátský ostrov">
            <a:hlinkClick r:id="rId9" tooltip="Zvětšit: Souboj a pirátský ostrov" action="ppaction://hlinksldjump"/>
          </p:cNvPr>
          <p:cNvPicPr>
            <a:picLocks noChangeAspect="1"/>
          </p:cNvPicPr>
          <p:nvPr/>
        </p:nvPicPr>
        <p:blipFill>
          <a:blip r:embed="rId8"/>
          <a:stretch>
            <a:fillRect/>
          </a:stretch>
        </p:blipFill>
        <p:spPr>
          <a:xfrm>
            <a:off x="3785616" y="3657600"/>
            <a:ext cx="1609344" cy="768096"/>
          </a:xfrm>
          <a:prstGeom prst="rect">
            <a:avLst/>
          </a:prstGeom>
        </p:spPr>
      </p:pic>
      <p:pic>
        <p:nvPicPr>
          <p:cNvPr id="9" name="!!img_pevnost" descr="Hradby pirátské pevnosti">    </p:cNvPr>
          <p:cNvPicPr>
            <a:picLocks noChangeAspect="1"/>
          </p:cNvPicPr>
          <p:nvPr/>
        </p:nvPicPr>
        <p:blipFill>
          <a:blip r:embed="rId10"/>
          <a:srcRect l="0" r="0" t="0" b="0"/>
          <a:stretch/>
        </p:blipFill>
        <p:spPr>
          <a:xfrm>
            <a:off x="457200" y="1188720"/>
            <a:ext cx="4937760" cy="2359152"/>
          </a:xfrm>
          <a:prstGeom prst="rect">
            <a:avLst/>
          </a:prstGeom>
        </p:spPr>
      </p:pic>
      <p:sp>
        <p:nvSpPr>
          <p:cNvPr id="10" name="Krok 1"/>
          <p:cNvSpPr/>
          <p:nvPr/>
        </p:nvSpPr>
        <p:spPr>
          <a:xfrm>
            <a:off x="5760720" y="1280160"/>
            <a:ext cx="420624" cy="420624"/>
          </a:xfrm>
          <a:prstGeom prst="ellipse">
            <a:avLst/>
          </a:prstGeom>
          <a:solidFill>
            <a:schemeClr val="accent2"/>
          </a:solidFill>
          <a:ln w="12700">
            <a:solidFill>
              <a:schemeClr val="accent2"/>
            </a:solidFill>
            <a:prstDash val="solid"/>
          </a:ln>
        </p:spPr>
      </p:sp>
      <p:sp>
        <p:nvSpPr>
          <p:cNvPr id="11" name="Krok 1 text"/>
          <p:cNvSpPr txBox="1"/>
          <p:nvPr/>
        </p:nvSpPr>
        <p:spPr>
          <a:xfrm>
            <a:off x="5760720" y="12801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Krok text 1"/>
          <p:cNvSpPr txBox="1"/>
          <p:nvPr/>
        </p:nvSpPr>
        <p:spPr>
          <a:xfrm>
            <a:off x="6355080" y="1280160"/>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Plavba a rybaření</a:t>
            </a:r>
            <a:endParaRPr lang="en-US" sz="1600" dirty="0"/>
          </a:p>
        </p:txBody>
      </p:sp>
      <p:pic>
        <p:nvPicPr>
          <p:cNvPr id="13" name="Odkaz krok 1" descr="Zvětšit: Plavba a rybaření">
            <a:hlinkClick r:id="rId12" tooltip="Zvětšit: Plavba a rybaření" action="ppaction://hlinksldjump"/>
          </p:cNvPr>
          <p:cNvPicPr>
            <a:picLocks noChangeAspect="1"/>
          </p:cNvPicPr>
          <p:nvPr/>
        </p:nvPicPr>
        <p:blipFill>
          <a:blip r:embed="rId11"/>
          <a:stretch>
            <a:fillRect/>
          </a:stretch>
        </p:blipFill>
        <p:spPr>
          <a:xfrm>
            <a:off x="5760720" y="1280160"/>
            <a:ext cx="2926080" cy="420624"/>
          </a:xfrm>
          <a:prstGeom prst="rect">
            <a:avLst/>
          </a:prstGeom>
        </p:spPr>
      </p:pic>
      <p:sp>
        <p:nvSpPr>
          <p:cNvPr id="14" name="Krok 2"/>
          <p:cNvSpPr/>
          <p:nvPr/>
        </p:nvSpPr>
        <p:spPr>
          <a:xfrm>
            <a:off x="5760720" y="1993392"/>
            <a:ext cx="420624" cy="420624"/>
          </a:xfrm>
          <a:prstGeom prst="ellipse">
            <a:avLst/>
          </a:prstGeom>
          <a:solidFill>
            <a:schemeClr val="accent2"/>
          </a:solidFill>
          <a:ln w="12700">
            <a:solidFill>
              <a:schemeClr val="accent2"/>
            </a:solidFill>
            <a:prstDash val="solid"/>
          </a:ln>
        </p:spPr>
      </p:sp>
      <p:sp>
        <p:nvSpPr>
          <p:cNvPr id="15" name="Krok 2 text"/>
          <p:cNvSpPr txBox="1"/>
          <p:nvPr/>
        </p:nvSpPr>
        <p:spPr>
          <a:xfrm>
            <a:off x="5760720" y="19933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Krok text 2"/>
          <p:cNvSpPr txBox="1"/>
          <p:nvPr/>
        </p:nvSpPr>
        <p:spPr>
          <a:xfrm>
            <a:off x="6355080" y="1993392"/>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Maják: prodej a obchod</a:t>
            </a:r>
            <a:endParaRPr lang="en-US" sz="1600" dirty="0"/>
          </a:p>
        </p:txBody>
      </p:sp>
      <p:pic>
        <p:nvPicPr>
          <p:cNvPr id="17" name="Odkaz krok 2" descr="Zvětšit: Maják: prodej a obchod">
            <a:hlinkClick r:id="rId14" tooltip="Zvětšit: Maják: prodej a obchod" action="ppaction://hlinksldjump"/>
          </p:cNvPr>
          <p:cNvPicPr>
            <a:picLocks noChangeAspect="1"/>
          </p:cNvPicPr>
          <p:nvPr/>
        </p:nvPicPr>
        <p:blipFill>
          <a:blip r:embed="rId13"/>
          <a:stretch>
            <a:fillRect/>
          </a:stretch>
        </p:blipFill>
        <p:spPr>
          <a:xfrm>
            <a:off x="5760720" y="1993392"/>
            <a:ext cx="2926080" cy="420624"/>
          </a:xfrm>
          <a:prstGeom prst="rect">
            <a:avLst/>
          </a:prstGeom>
        </p:spPr>
      </p:pic>
      <p:sp>
        <p:nvSpPr>
          <p:cNvPr id="18" name="Krok 3"/>
          <p:cNvSpPr/>
          <p:nvPr/>
        </p:nvSpPr>
        <p:spPr>
          <a:xfrm>
            <a:off x="5760720" y="2706624"/>
            <a:ext cx="420624" cy="420624"/>
          </a:xfrm>
          <a:prstGeom prst="ellipse">
            <a:avLst/>
          </a:prstGeom>
          <a:solidFill>
            <a:schemeClr val="accent2"/>
          </a:solidFill>
          <a:ln w="12700">
            <a:solidFill>
              <a:schemeClr val="accent2"/>
            </a:solidFill>
            <a:prstDash val="solid"/>
          </a:ln>
        </p:spPr>
      </p:sp>
      <p:sp>
        <p:nvSpPr>
          <p:cNvPr id="19" name="Krok 3 text"/>
          <p:cNvSpPr txBox="1"/>
          <p:nvPr/>
        </p:nvSpPr>
        <p:spPr>
          <a:xfrm>
            <a:off x="5760720" y="2706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Krok text 3"/>
          <p:cNvSpPr txBox="1"/>
          <p:nvPr/>
        </p:nvSpPr>
        <p:spPr>
          <a:xfrm>
            <a:off x="6355080" y="2706624"/>
            <a:ext cx="2331720" cy="420624"/>
          </a:xfrm>
          <a:prstGeom prst="rect">
            <a:avLst/>
          </a:prstGeom>
          <a:noFill/>
          <a:ln/>
        </p:spPr>
        <p:txBody>
          <a:bodyPr wrap="square" lIns="0" tIns="0" rIns="0" bIns="0" rtlCol="0" anchor="ctr"/>
          <a:lstStyle/>
          <a:p>
            <a:pPr indent="0" marL="0">
              <a:buNone/>
            </a:pPr>
            <a:r>
              <a:rPr lang="en-US" sz="1600" dirty="0">
                <a:solidFill>
                  <a:schemeClr val="accent5"/>
                </a:solidFill>
              </a:rPr>
              <a:t>Souboj a pirátský ostrov</a:t>
            </a:r>
            <a:endParaRPr lang="en-US" sz="1600" dirty="0"/>
          </a:p>
        </p:txBody>
      </p:sp>
      <p:pic>
        <p:nvPicPr>
          <p:cNvPr id="21" name="Odkaz krok 3" descr="Zvětšit: Souboj a pirátský ostrov">
            <a:hlinkClick r:id="rId16" tooltip="Zvětšit: Souboj a pirátský ostrov" action="ppaction://hlinksldjump"/>
          </p:cNvPr>
          <p:cNvPicPr>
            <a:picLocks noChangeAspect="1"/>
          </p:cNvPicPr>
          <p:nvPr/>
        </p:nvPicPr>
        <p:blipFill>
          <a:blip r:embed="rId15"/>
          <a:stretch>
            <a:fillRect/>
          </a:stretch>
        </p:blipFill>
        <p:spPr>
          <a:xfrm>
            <a:off x="5760720" y="2706624"/>
            <a:ext cx="2926080" cy="420624"/>
          </a:xfrm>
          <a:prstGeom prst="rect">
            <a:avLst/>
          </a:prstGeom>
        </p:spPr>
      </p:pic>
      <p:sp>
        <p:nvSpPr>
          <p:cNvPr id="22" name="Krok 4"/>
          <p:cNvSpPr/>
          <p:nvPr/>
        </p:nvSpPr>
        <p:spPr>
          <a:xfrm>
            <a:off x="5760720" y="3419856"/>
            <a:ext cx="420624" cy="420624"/>
          </a:xfrm>
          <a:prstGeom prst="ellipse">
            <a:avLst/>
          </a:prstGeom>
          <a:solidFill>
            <a:schemeClr val="accent1"/>
          </a:solidFill>
          <a:ln w="12700">
            <a:solidFill>
              <a:schemeClr val="accent1"/>
            </a:solidFill>
            <a:prstDash val="solid"/>
          </a:ln>
        </p:spPr>
      </p:sp>
      <p:sp>
        <p:nvSpPr>
          <p:cNvPr id="23" name="Krok 4 text"/>
          <p:cNvSpPr txBox="1"/>
          <p:nvPr/>
        </p:nvSpPr>
        <p:spPr>
          <a:xfrm>
            <a:off x="5760720" y="3419856"/>
            <a:ext cx="420624" cy="42062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Krok text 4"/>
          <p:cNvSpPr txBox="1"/>
          <p:nvPr/>
        </p:nvSpPr>
        <p:spPr>
          <a:xfrm>
            <a:off x="6355080" y="3419856"/>
            <a:ext cx="2331720" cy="420624"/>
          </a:xfrm>
          <a:prstGeom prst="rect">
            <a:avLst/>
          </a:prstGeom>
          <a:noFill/>
          <a:ln/>
        </p:spPr>
        <p:txBody>
          <a:bodyPr wrap="square" lIns="0" tIns="0" rIns="0" bIns="0" rtlCol="0" anchor="ctr"/>
          <a:lstStyle/>
          <a:p>
            <a:pPr indent="0" marL="0">
              <a:buNone/>
            </a:pPr>
            <a:r>
              <a:rPr lang="en-US" sz="1600" b="1" dirty="0">
                <a:solidFill>
                  <a:schemeClr val="tx1"/>
                </a:solidFill>
              </a:rPr>
              <a:t>Pirátská pevnost</a:t>
            </a:r>
            <a:endParaRPr lang="en-US" sz="1600" dirty="0"/>
          </a:p>
        </p:txBody>
      </p:sp>
      <p:sp>
        <p:nvSpPr>
          <p:cNvPr id="25" name="Nápověda galerie"/>
          <p:cNvSpPr txBox="1"/>
          <p:nvPr/>
        </p:nvSpPr>
        <p:spPr>
          <a:xfrm>
            <a:off x="5760720" y="4160520"/>
            <a:ext cx="2926080" cy="274320"/>
          </a:xfrm>
          <a:prstGeom prst="rect">
            <a:avLst/>
          </a:prstGeom>
          <a:noFill/>
          <a:ln/>
        </p:spPr>
        <p:txBody>
          <a:bodyPr wrap="square" lIns="0" tIns="0" rIns="0" bIns="0" rtlCol="0" anchor="ctr"/>
          <a:lstStyle/>
          <a:p>
            <a:pPr indent="0" marL="0">
              <a:buNone/>
            </a:pPr>
            <a:r>
              <a:rPr lang="en-US" sz="1200" i="1" dirty="0">
                <a:solidFill>
                  <a:schemeClr val="accent5"/>
                </a:solidFill>
              </a:rPr>
              <a:t>Klikni na náhled nebo na krok</a:t>
            </a:r>
            <a:endParaRPr lang="en-US" sz="1200" dirty="0"/>
          </a:p>
        </p:txBody>
      </p:sp>
      <p:sp>
        <p:nvSpPr>
          <p:cNvPr id="26"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7"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8" name="Nav odkaz Téma" descr="Přejít: Téma">
            <a:hlinkClick r:id="rId18" tooltip="Přejít: Téma" action="ppaction://hlinksldjump"/>
          </p:cNvPr>
          <p:cNvPicPr>
            <a:picLocks noChangeAspect="1"/>
          </p:cNvPicPr>
          <p:nvPr/>
        </p:nvPicPr>
        <p:blipFill>
          <a:blip r:embed="rId17"/>
          <a:stretch>
            <a:fillRect/>
          </a:stretch>
        </p:blipFill>
        <p:spPr>
          <a:xfrm>
            <a:off x="457200" y="4700016"/>
            <a:ext cx="914400" cy="256032"/>
          </a:xfrm>
          <a:prstGeom prst="rect">
            <a:avLst/>
          </a:prstGeom>
        </p:spPr>
      </p:pic>
      <p:sp>
        <p:nvSpPr>
          <p:cNvPr id="29"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0"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1" name="Nav odkaz Rozsah" descr="Přejít: Rozsah">
            <a:hlinkClick r:id="rId20" tooltip="Přejít: Rozsah" action="ppaction://hlinksldjump"/>
          </p:cNvPr>
          <p:cNvPicPr>
            <a:picLocks noChangeAspect="1"/>
          </p:cNvPicPr>
          <p:nvPr/>
        </p:nvPicPr>
        <p:blipFill>
          <a:blip r:embed="rId19"/>
          <a:stretch>
            <a:fillRect/>
          </a:stretch>
        </p:blipFill>
        <p:spPr>
          <a:xfrm>
            <a:off x="1426464" y="4700016"/>
            <a:ext cx="914400" cy="256032"/>
          </a:xfrm>
          <a:prstGeom prst="rect">
            <a:avLst/>
          </a:prstGeom>
        </p:spPr>
      </p:pic>
      <p:sp>
        <p:nvSpPr>
          <p:cNvPr id="32"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3"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4" name="Nav odkaz Technika" descr="Přejít: Technika">
            <a:hlinkClick r:id="rId22" tooltip="Přejít: Technika" action="ppaction://hlinksldjump"/>
          </p:cNvPr>
          <p:cNvPicPr>
            <a:picLocks noChangeAspect="1"/>
          </p:cNvPicPr>
          <p:nvPr/>
        </p:nvPicPr>
        <p:blipFill>
          <a:blip r:embed="rId21"/>
          <a:stretch>
            <a:fillRect/>
          </a:stretch>
        </p:blipFill>
        <p:spPr>
          <a:xfrm>
            <a:off x="2395728" y="4700016"/>
            <a:ext cx="914400" cy="256032"/>
          </a:xfrm>
          <a:prstGeom prst="rect">
            <a:avLst/>
          </a:prstGeom>
        </p:spPr>
      </p:pic>
      <p:sp>
        <p:nvSpPr>
          <p:cNvPr id="35" name="Nav Ukázka"/>
          <p:cNvSpPr/>
          <p:nvPr/>
        </p:nvSpPr>
        <p:spPr>
          <a:xfrm>
            <a:off x="3364992" y="4700016"/>
            <a:ext cx="914400" cy="256032"/>
          </a:xfrm>
          <a:prstGeom prst="roundRect">
            <a:avLst>
              <a:gd name="adj" fmla="val 28571"/>
            </a:avLst>
          </a:prstGeom>
          <a:solidFill>
            <a:schemeClr val="accent2"/>
          </a:solidFill>
          <a:ln w="12700">
            <a:solidFill>
              <a:schemeClr val="accent2"/>
            </a:solidFill>
            <a:prstDash val="solid"/>
          </a:ln>
        </p:spPr>
      </p:sp>
      <p:sp>
        <p:nvSpPr>
          <p:cNvPr id="36"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Ukázka</a:t>
            </a:r>
            <a:endParaRPr lang="en-US" sz="1100" dirty="0"/>
          </a:p>
        </p:txBody>
      </p:sp>
      <p:pic>
        <p:nvPicPr>
          <p:cNvPr id="37" name="Nav odkaz Ukázka" descr="Přejít: Ukázka">
            <a:hlinkClick r:id="rId24" tooltip="Přejít: Ukázka" action="ppaction://hlinksldjump"/>
          </p:cNvPr>
          <p:cNvPicPr>
            <a:picLocks noChangeAspect="1"/>
          </p:cNvPicPr>
          <p:nvPr/>
        </p:nvPicPr>
        <p:blipFill>
          <a:blip r:embed="rId23"/>
          <a:stretch>
            <a:fillRect/>
          </a:stretch>
        </p:blipFill>
        <p:spPr>
          <a:xfrm>
            <a:off x="3364992" y="4700016"/>
            <a:ext cx="914400" cy="256032"/>
          </a:xfrm>
          <a:prstGeom prst="rect">
            <a:avLst/>
          </a:prstGeom>
        </p:spPr>
      </p:pic>
      <p:sp>
        <p:nvSpPr>
          <p:cNvPr id="38"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9"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0" name="Nav odkaz Rizika" descr="Přejít: Rizika">
            <a:hlinkClick r:id="rId26" tooltip="Přejít: Rizika" action="ppaction://hlinksldjump"/>
          </p:cNvPr>
          <p:cNvPicPr>
            <a:picLocks noChangeAspect="1"/>
          </p:cNvPicPr>
          <p:nvPr/>
        </p:nvPicPr>
        <p:blipFill>
          <a:blip r:embed="rId25"/>
          <a:stretch>
            <a:fillRect/>
          </a:stretch>
        </p:blipFill>
        <p:spPr>
          <a:xfrm>
            <a:off x="4334256" y="4700016"/>
            <a:ext cx="914400" cy="256032"/>
          </a:xfrm>
          <a:prstGeom prst="rect">
            <a:avLst/>
          </a:prstGeom>
        </p:spPr>
      </p:pic>
      <p:sp>
        <p:nvSpPr>
          <p:cNvPr id="41"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2"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3" name="Nav odkaz Plán" descr="Přejít: Plán">
            <a:hlinkClick r:id="rId28" tooltip="Přejít: Plán" action="ppaction://hlinksldjump"/>
          </p:cNvPr>
          <p:cNvPicPr>
            <a:picLocks noChangeAspect="1"/>
          </p:cNvPicPr>
          <p:nvPr/>
        </p:nvPicPr>
        <p:blipFill>
          <a:blip r:embed="rId27"/>
          <a:stretch>
            <a:fillRect/>
          </a:stretch>
        </p:blipFill>
        <p:spPr>
          <a:xfrm>
            <a:off x="5303520" y="4700016"/>
            <a:ext cx="914400" cy="256032"/>
          </a:xfrm>
          <a:prstGeom prst="rect">
            <a:avLst/>
          </a:prstGeom>
        </p:spPr>
      </p:pic>
      <p:sp>
        <p:nvSpPr>
          <p:cNvPr id="44"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5"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6" name="Nav odkaz Otázky" descr="Přejít: Otázky">
            <a:hlinkClick r:id="rId30" tooltip="Přejít: Otázky" action="ppaction://hlinksldjump"/>
          </p:cNvPr>
          <p:cNvPicPr>
            <a:picLocks noChangeAspect="1"/>
          </p:cNvPicPr>
          <p:nvPr/>
        </p:nvPicPr>
        <p:blipFill>
          <a:blip r:embed="rId29"/>
          <a:stretch>
            <a:fillRect/>
          </a:stretch>
        </p:blipFill>
        <p:spPr>
          <a:xfrm>
            <a:off x="6272784" y="4700016"/>
            <a:ext cx="914400" cy="256032"/>
          </a:xfrm>
          <a:prstGeom prst="rect">
            <a:avLst/>
          </a:prstGeom>
        </p:spPr>
      </p:pic>
      <p:sp>
        <p:nvSpPr>
          <p:cNvPr id="47"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5</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Rizika a licence</a:t>
            </a:r>
            <a:endParaRPr lang="en-US" sz="3400" dirty="0"/>
          </a:p>
        </p:txBody>
      </p:sp>
      <p:sp>
        <p:nvSpPr>
          <p:cNvPr id="3" name="Nadpis rizika"/>
          <p:cNvSpPr txBox="1"/>
          <p:nvPr/>
        </p:nvSpPr>
        <p:spPr>
          <a:xfrm>
            <a:off x="457200" y="1143000"/>
            <a:ext cx="4023360" cy="320040"/>
          </a:xfrm>
          <a:prstGeom prst="rect">
            <a:avLst/>
          </a:prstGeom>
          <a:noFill/>
          <a:ln/>
        </p:spPr>
        <p:txBody>
          <a:bodyPr wrap="square" lIns="0" tIns="0" rIns="0" bIns="0" rtlCol="0" anchor="ctr"/>
          <a:lstStyle/>
          <a:p>
            <a:pPr indent="0" marL="0">
              <a:buNone/>
            </a:pPr>
            <a:r>
              <a:rPr lang="en-US" sz="1800" b="1" dirty="0">
                <a:solidFill>
                  <a:schemeClr val="accent2"/>
                </a:solidFill>
              </a:rPr>
              <a:t>Rizika</a:t>
            </a:r>
            <a:endParaRPr lang="en-US" sz="1800" dirty="0"/>
          </a:p>
        </p:txBody>
      </p:sp>
      <p:sp>
        <p:nvSpPr>
          <p:cNvPr id="4" name="Riziko 1"/>
          <p:cNvSpPr txBox="1"/>
          <p:nvPr/>
        </p:nvSpPr>
        <p:spPr>
          <a:xfrm>
            <a:off x="457200" y="1600200"/>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Čas</a:t>
            </a:r>
            <a:endParaRPr lang="en-US" sz="1600" dirty="0"/>
          </a:p>
        </p:txBody>
      </p:sp>
      <p:sp>
        <p:nvSpPr>
          <p:cNvPr id="5" name="Řešení 1"/>
          <p:cNvSpPr txBox="1"/>
          <p:nvPr/>
        </p:nvSpPr>
        <p:spPr>
          <a:xfrm>
            <a:off x="457200" y="1892808"/>
            <a:ext cx="4023360" cy="548640"/>
          </a:xfrm>
          <a:prstGeom prst="rect">
            <a:avLst/>
          </a:prstGeom>
          <a:noFill/>
          <a:ln/>
        </p:spPr>
        <p:txBody>
          <a:bodyPr wrap="square" lIns="0" tIns="0" rIns="0" bIns="0" rtlCol="0" anchor="t"/>
          <a:lstStyle/>
          <a:p>
            <a:pPr indent="0" marL="0">
              <a:buNone/>
            </a:pPr>
            <a:r>
              <a:rPr lang="en-US" sz="1400" dirty="0">
                <a:solidFill>
                  <a:schemeClr val="accent5"/>
                </a:solidFill>
              </a:rPr>
              <a:t>Dokumentace zabere víc, než čekám, proto nepřidávám nové funkce.</a:t>
            </a:r>
            <a:endParaRPr lang="en-US" sz="1400" dirty="0"/>
          </a:p>
        </p:txBody>
      </p:sp>
      <p:sp>
        <p:nvSpPr>
          <p:cNvPr id="6" name="Riziko 2"/>
          <p:cNvSpPr txBox="1"/>
          <p:nvPr/>
        </p:nvSpPr>
        <p:spPr>
          <a:xfrm>
            <a:off x="457200" y="2560320"/>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Výkon</a:t>
            </a:r>
            <a:endParaRPr lang="en-US" sz="1600" dirty="0"/>
          </a:p>
        </p:txBody>
      </p:sp>
      <p:sp>
        <p:nvSpPr>
          <p:cNvPr id="7" name="Řešení 2"/>
          <p:cNvSpPr txBox="1"/>
          <p:nvPr/>
        </p:nvSpPr>
        <p:spPr>
          <a:xfrm>
            <a:off x="457200" y="2852928"/>
            <a:ext cx="4023360" cy="548640"/>
          </a:xfrm>
          <a:prstGeom prst="rect">
            <a:avLst/>
          </a:prstGeom>
          <a:noFill/>
          <a:ln/>
        </p:spPr>
        <p:txBody>
          <a:bodyPr wrap="square" lIns="0" tIns="0" rIns="0" bIns="0" rtlCol="0" anchor="t"/>
          <a:lstStyle/>
          <a:p>
            <a:pPr indent="0" marL="0">
              <a:buNone/>
            </a:pPr>
            <a:r>
              <a:rPr lang="en-US" sz="1400" dirty="0">
                <a:solidFill>
                  <a:schemeClr val="accent5"/>
                </a:solidFill>
              </a:rPr>
              <a:t>Na slabších počítačích. Už jsem na tom pracoval.</a:t>
            </a:r>
            <a:endParaRPr lang="en-US" sz="1400" dirty="0"/>
          </a:p>
        </p:txBody>
      </p:sp>
      <p:sp>
        <p:nvSpPr>
          <p:cNvPr id="8" name="Riziko 3"/>
          <p:cNvSpPr txBox="1"/>
          <p:nvPr/>
        </p:nvSpPr>
        <p:spPr>
          <a:xfrm>
            <a:off x="457200" y="3520440"/>
            <a:ext cx="4023360" cy="274320"/>
          </a:xfrm>
          <a:prstGeom prst="rect">
            <a:avLst/>
          </a:prstGeom>
          <a:noFill/>
          <a:ln/>
        </p:spPr>
        <p:txBody>
          <a:bodyPr wrap="square" lIns="0" tIns="0" rIns="0" bIns="0" rtlCol="0" anchor="ctr"/>
          <a:lstStyle/>
          <a:p>
            <a:pPr indent="0" marL="0">
              <a:buNone/>
            </a:pPr>
            <a:r>
              <a:rPr lang="en-US" sz="1600" b="1" dirty="0">
                <a:solidFill>
                  <a:schemeClr val="tx1"/>
                </a:solidFill>
              </a:rPr>
              <a:t>Autorská práva</a:t>
            </a:r>
            <a:endParaRPr lang="en-US" sz="1600" dirty="0"/>
          </a:p>
        </p:txBody>
      </p:sp>
      <p:sp>
        <p:nvSpPr>
          <p:cNvPr id="9" name="Řešení 3"/>
          <p:cNvSpPr txBox="1"/>
          <p:nvPr/>
        </p:nvSpPr>
        <p:spPr>
          <a:xfrm>
            <a:off x="457200" y="3813048"/>
            <a:ext cx="4023360" cy="548640"/>
          </a:xfrm>
          <a:prstGeom prst="rect">
            <a:avLst/>
          </a:prstGeom>
          <a:noFill/>
          <a:ln/>
        </p:spPr>
        <p:txBody>
          <a:bodyPr wrap="square" lIns="0" tIns="0" rIns="0" bIns="0" rtlCol="0" anchor="t"/>
          <a:lstStyle/>
          <a:p>
            <a:pPr indent="0" marL="0">
              <a:buNone/>
            </a:pPr>
            <a:r>
              <a:rPr lang="en-US" sz="1400" dirty="0">
                <a:solidFill>
                  <a:schemeClr val="accent5"/>
                </a:solidFill>
              </a:rPr>
              <a:t>Modely a postavy jsou CC0, problém nevidím.</a:t>
            </a:r>
            <a:endParaRPr lang="en-US" sz="1400" dirty="0"/>
          </a:p>
        </p:txBody>
      </p:sp>
      <p:sp>
        <p:nvSpPr>
          <p:cNvPr id="10" name="Karta licence"/>
          <p:cNvSpPr/>
          <p:nvPr/>
        </p:nvSpPr>
        <p:spPr>
          <a:xfrm>
            <a:off x="4937760" y="1143000"/>
            <a:ext cx="3749040" cy="3291840"/>
          </a:xfrm>
          <a:prstGeom prst="roundRect">
            <a:avLst>
              <a:gd name="adj" fmla="val 3333"/>
            </a:avLst>
          </a:prstGeom>
          <a:solidFill>
            <a:schemeClr val="bg2"/>
          </a:solidFill>
          <a:ln w="12700">
            <a:solidFill>
              <a:schemeClr val="bg2"/>
            </a:solidFill>
            <a:prstDash val="solid"/>
          </a:ln>
        </p:spPr>
      </p:sp>
      <p:sp>
        <p:nvSpPr>
          <p:cNvPr id="11" name="Nadpis licence"/>
          <p:cNvSpPr txBox="1"/>
          <p:nvPr/>
        </p:nvSpPr>
        <p:spPr>
          <a:xfrm>
            <a:off x="5166360" y="1280160"/>
            <a:ext cx="3291840" cy="365760"/>
          </a:xfrm>
          <a:prstGeom prst="rect">
            <a:avLst/>
          </a:prstGeom>
          <a:noFill/>
          <a:ln/>
        </p:spPr>
        <p:txBody>
          <a:bodyPr wrap="square" lIns="0" tIns="0" rIns="0" bIns="0" rtlCol="0" anchor="ctr"/>
          <a:lstStyle/>
          <a:p>
            <a:pPr indent="0" marL="0">
              <a:buNone/>
            </a:pPr>
            <a:r>
              <a:rPr lang="en-US" sz="1800" b="1" dirty="0">
                <a:solidFill>
                  <a:schemeClr val="accent2"/>
                </a:solidFill>
              </a:rPr>
              <a:t>Licence a právo</a:t>
            </a:r>
            <a:endParaRPr lang="en-US" sz="1800" dirty="0"/>
          </a:p>
        </p:txBody>
      </p:sp>
      <p:sp>
        <p:nvSpPr>
          <p:cNvPr id="12" name="Seznam licencí"/>
          <p:cNvSpPr txBox="1"/>
          <p:nvPr/>
        </p:nvSpPr>
        <p:spPr>
          <a:xfrm>
            <a:off x="5166360" y="1783080"/>
            <a:ext cx="3291840" cy="256032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Modely a postavy: </a:t>
            </a:r>
            <a:pPr indent="0" marL="0">
              <a:spcAft>
                <a:spcPts val="800"/>
              </a:spcAft>
              <a:buNone/>
            </a:pPr>
            <a:r>
              <a:rPr lang="en-US" sz="1400" dirty="0">
                <a:solidFill>
                  <a:schemeClr val="tx1"/>
                </a:solidFill>
              </a:rPr>
              <a:t>CC0, Kenney a Quaternius</a:t>
            </a:r>
            <a:endParaRPr lang="en-US" sz="1400" dirty="0"/>
          </a:p>
          <a:p>
            <a:pPr indent="0" marL="0">
              <a:spcAft>
                <a:spcPts val="800"/>
              </a:spcAft>
              <a:buNone/>
            </a:pPr>
            <a:r>
              <a:rPr lang="en-US" sz="1400" b="1" dirty="0">
                <a:solidFill>
                  <a:schemeClr val="tx1"/>
                </a:solidFill>
              </a:rPr>
              <a:t>Kód: </a:t>
            </a:r>
            <a:pPr indent="0" marL="0">
              <a:spcAft>
                <a:spcPts val="800"/>
              </a:spcAft>
              <a:buNone/>
            </a:pPr>
            <a:r>
              <a:rPr lang="en-US" sz="1400" dirty="0">
                <a:solidFill>
                  <a:schemeClr val="tx1"/>
                </a:solidFill>
              </a:rPr>
              <a:t>licence MIT (výběr dořeším)</a:t>
            </a:r>
            <a:endParaRPr lang="en-US" sz="1400" dirty="0"/>
          </a:p>
          <a:p>
            <a:pPr indent="0" marL="0">
              <a:spcAft>
                <a:spcPts val="800"/>
              </a:spcAft>
              <a:buNone/>
            </a:pPr>
            <a:r>
              <a:rPr lang="en-US" sz="1400" b="1" dirty="0">
                <a:solidFill>
                  <a:schemeClr val="tx1"/>
                </a:solidFill>
              </a:rPr>
              <a:t>Technologie: </a:t>
            </a:r>
            <a:pPr indent="0" marL="0">
              <a:spcAft>
                <a:spcPts val="800"/>
              </a:spcAft>
              <a:buNone/>
            </a:pPr>
            <a:r>
              <a:rPr lang="en-US" sz="1400" dirty="0">
                <a:solidFill>
                  <a:schemeClr val="tx1"/>
                </a:solidFill>
              </a:rPr>
              <a:t>Unity a C#, které znám</a:t>
            </a:r>
            <a:endParaRPr lang="en-US" sz="1400" dirty="0"/>
          </a:p>
          <a:p>
            <a:pPr indent="0" marL="0">
              <a:spcAft>
                <a:spcPts val="800"/>
              </a:spcAft>
              <a:buNone/>
            </a:pPr>
            <a:r>
              <a:rPr lang="en-US" sz="1400" b="1" dirty="0">
                <a:solidFill>
                  <a:schemeClr val="tx1"/>
                </a:solidFill>
              </a:rPr>
              <a:t>Server a cizí služby: </a:t>
            </a:r>
            <a:pPr indent="0" marL="0">
              <a:spcAft>
                <a:spcPts val="800"/>
              </a:spcAft>
              <a:buNone/>
            </a:pPr>
            <a:r>
              <a:rPr lang="en-US" sz="1400" dirty="0">
                <a:solidFill>
                  <a:schemeClr val="tx1"/>
                </a:solidFill>
              </a:rPr>
              <a:t>žádné, hra je offline</a:t>
            </a:r>
            <a:endParaRPr lang="en-US" sz="1400" dirty="0"/>
          </a:p>
        </p:txBody>
      </p:sp>
      <p:sp>
        <p:nvSpPr>
          <p:cNvPr id="13"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14"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15" name="Nav odkaz Téma" descr="Přejít: Téma">
            <a:hlinkClick r:id="rId2" tooltip="Přejít: Téma" action="ppaction://hlinksldjump"/>
          </p:cNvPr>
          <p:cNvPicPr>
            <a:picLocks noChangeAspect="1"/>
          </p:cNvPicPr>
          <p:nvPr/>
        </p:nvPicPr>
        <p:blipFill>
          <a:blip r:embed="rId1"/>
          <a:stretch>
            <a:fillRect/>
          </a:stretch>
        </p:blipFill>
        <p:spPr>
          <a:xfrm>
            <a:off x="457200" y="4700016"/>
            <a:ext cx="914400" cy="256032"/>
          </a:xfrm>
          <a:prstGeom prst="rect">
            <a:avLst/>
          </a:prstGeom>
        </p:spPr>
      </p:pic>
      <p:sp>
        <p:nvSpPr>
          <p:cNvPr id="16"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17"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18" name="Nav odkaz Rozsah" descr="Přejít: Rozsah">
            <a:hlinkClick r:id="rId4" tooltip="Přejít: Rozsah" action="ppaction://hlinksldjump"/>
          </p:cNvPr>
          <p:cNvPicPr>
            <a:picLocks noChangeAspect="1"/>
          </p:cNvPicPr>
          <p:nvPr/>
        </p:nvPicPr>
        <p:blipFill>
          <a:blip r:embed="rId3"/>
          <a:stretch>
            <a:fillRect/>
          </a:stretch>
        </p:blipFill>
        <p:spPr>
          <a:xfrm>
            <a:off x="1426464" y="4700016"/>
            <a:ext cx="914400" cy="256032"/>
          </a:xfrm>
          <a:prstGeom prst="rect">
            <a:avLst/>
          </a:prstGeom>
        </p:spPr>
      </p:pic>
      <p:sp>
        <p:nvSpPr>
          <p:cNvPr id="19"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20"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21" name="Nav odkaz Technika" descr="Přejít: Technika">
            <a:hlinkClick r:id="rId6" tooltip="Přejít: Technika" action="ppaction://hlinksldjump"/>
          </p:cNvPr>
          <p:cNvPicPr>
            <a:picLocks noChangeAspect="1"/>
          </p:cNvPicPr>
          <p:nvPr/>
        </p:nvPicPr>
        <p:blipFill>
          <a:blip r:embed="rId5"/>
          <a:stretch>
            <a:fillRect/>
          </a:stretch>
        </p:blipFill>
        <p:spPr>
          <a:xfrm>
            <a:off x="2395728" y="4700016"/>
            <a:ext cx="914400" cy="256032"/>
          </a:xfrm>
          <a:prstGeom prst="rect">
            <a:avLst/>
          </a:prstGeom>
        </p:spPr>
      </p:pic>
      <p:sp>
        <p:nvSpPr>
          <p:cNvPr id="22"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23"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24" name="Nav odkaz Ukázka" descr="Přejít: Ukázka">
            <a:hlinkClick r:id="rId8" tooltip="Přejít: Ukázka" action="ppaction://hlinksldjump"/>
          </p:cNvPr>
          <p:cNvPicPr>
            <a:picLocks noChangeAspect="1"/>
          </p:cNvPicPr>
          <p:nvPr/>
        </p:nvPicPr>
        <p:blipFill>
          <a:blip r:embed="rId7"/>
          <a:stretch>
            <a:fillRect/>
          </a:stretch>
        </p:blipFill>
        <p:spPr>
          <a:xfrm>
            <a:off x="3364992" y="4700016"/>
            <a:ext cx="914400" cy="256032"/>
          </a:xfrm>
          <a:prstGeom prst="rect">
            <a:avLst/>
          </a:prstGeom>
        </p:spPr>
      </p:pic>
      <p:sp>
        <p:nvSpPr>
          <p:cNvPr id="25" name="Nav Rizika"/>
          <p:cNvSpPr/>
          <p:nvPr/>
        </p:nvSpPr>
        <p:spPr>
          <a:xfrm>
            <a:off x="4334256" y="4700016"/>
            <a:ext cx="914400" cy="256032"/>
          </a:xfrm>
          <a:prstGeom prst="roundRect">
            <a:avLst>
              <a:gd name="adj" fmla="val 28571"/>
            </a:avLst>
          </a:prstGeom>
          <a:solidFill>
            <a:schemeClr val="accent2"/>
          </a:solidFill>
          <a:ln w="12700">
            <a:solidFill>
              <a:schemeClr val="accent2"/>
            </a:solidFill>
            <a:prstDash val="solid"/>
          </a:ln>
        </p:spPr>
      </p:sp>
      <p:sp>
        <p:nvSpPr>
          <p:cNvPr id="26"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Rizika</a:t>
            </a:r>
            <a:endParaRPr lang="en-US" sz="1100" dirty="0"/>
          </a:p>
        </p:txBody>
      </p:sp>
      <p:pic>
        <p:nvPicPr>
          <p:cNvPr id="27" name="Nav odkaz Rizika" descr="Přejít: Rizika">
            <a:hlinkClick r:id="rId10" tooltip="Přejít: Rizika" action="ppaction://hlinksldjump"/>
          </p:cNvPr>
          <p:cNvPicPr>
            <a:picLocks noChangeAspect="1"/>
          </p:cNvPicPr>
          <p:nvPr/>
        </p:nvPicPr>
        <p:blipFill>
          <a:blip r:embed="rId9"/>
          <a:stretch>
            <a:fillRect/>
          </a:stretch>
        </p:blipFill>
        <p:spPr>
          <a:xfrm>
            <a:off x="4334256" y="4700016"/>
            <a:ext cx="914400" cy="256032"/>
          </a:xfrm>
          <a:prstGeom prst="rect">
            <a:avLst/>
          </a:prstGeom>
        </p:spPr>
      </p:pic>
      <p:sp>
        <p:nvSpPr>
          <p:cNvPr id="28"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29"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30" name="Nav odkaz Plán" descr="Přejít: Plán">
            <a:hlinkClick r:id="rId12" tooltip="Přejít: Plán" action="ppaction://hlinksldjump"/>
          </p:cNvPr>
          <p:cNvPicPr>
            <a:picLocks noChangeAspect="1"/>
          </p:cNvPicPr>
          <p:nvPr/>
        </p:nvPicPr>
        <p:blipFill>
          <a:blip r:embed="rId11"/>
          <a:stretch>
            <a:fillRect/>
          </a:stretch>
        </p:blipFill>
        <p:spPr>
          <a:xfrm>
            <a:off x="5303520" y="4700016"/>
            <a:ext cx="914400" cy="256032"/>
          </a:xfrm>
          <a:prstGeom prst="rect">
            <a:avLst/>
          </a:prstGeom>
        </p:spPr>
      </p:pic>
      <p:sp>
        <p:nvSpPr>
          <p:cNvPr id="31"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32"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33" name="Nav odkaz Otázky" descr="Přejít: Otázky">
            <a:hlinkClick r:id="rId14" tooltip="Přejít: Otázky" action="ppaction://hlinksldjump"/>
          </p:cNvPr>
          <p:cNvPicPr>
            <a:picLocks noChangeAspect="1"/>
          </p:cNvPicPr>
          <p:nvPr/>
        </p:nvPicPr>
        <p:blipFill>
          <a:blip r:embed="rId13"/>
          <a:stretch>
            <a:fillRect/>
          </a:stretch>
        </p:blipFill>
        <p:spPr>
          <a:xfrm>
            <a:off x="6272784" y="4700016"/>
            <a:ext cx="914400" cy="256032"/>
          </a:xfrm>
          <a:prstGeom prst="rect">
            <a:avLst/>
          </a:prstGeom>
        </p:spPr>
      </p:pic>
      <p:sp>
        <p:nvSpPr>
          <p:cNvPr id="34"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6</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Business a plán do dubna</a:t>
            </a:r>
            <a:endParaRPr lang="en-US" sz="3400" dirty="0"/>
          </a:p>
        </p:txBody>
      </p:sp>
      <p:sp>
        <p:nvSpPr>
          <p:cNvPr id="3" name="Karta Zdarma"/>
          <p:cNvSpPr/>
          <p:nvPr/>
        </p:nvSpPr>
        <p:spPr>
          <a:xfrm>
            <a:off x="457200" y="1097280"/>
            <a:ext cx="2615184" cy="1005840"/>
          </a:xfrm>
          <a:prstGeom prst="roundRect">
            <a:avLst>
              <a:gd name="adj" fmla="val 10909"/>
            </a:avLst>
          </a:prstGeom>
          <a:solidFill>
            <a:schemeClr val="bg2"/>
          </a:solidFill>
          <a:ln w="12700">
            <a:solidFill>
              <a:schemeClr val="bg2"/>
            </a:solidFill>
            <a:prstDash val="solid"/>
          </a:ln>
        </p:spPr>
      </p:sp>
      <p:sp>
        <p:nvSpPr>
          <p:cNvPr id="4" name="Text Zdarma"/>
          <p:cNvSpPr txBox="1"/>
          <p:nvPr/>
        </p:nvSpPr>
        <p:spPr>
          <a:xfrm>
            <a:off x="640080" y="1143000"/>
            <a:ext cx="2286000" cy="914400"/>
          </a:xfrm>
          <a:prstGeom prst="rect">
            <a:avLst/>
          </a:prstGeom>
          <a:noFill/>
          <a:ln/>
        </p:spPr>
        <p:txBody>
          <a:bodyPr wrap="square" lIns="0" tIns="0" rIns="0" bIns="0" rtlCol="0" anchor="ctr"/>
          <a:lstStyle/>
          <a:p>
            <a:pPr indent="0" marL="0">
              <a:buNone/>
            </a:pPr>
            <a:r>
              <a:rPr lang="en-US" sz="1600" b="1" dirty="0">
                <a:solidFill>
                  <a:schemeClr val="accent2"/>
                </a:solidFill>
              </a:rPr>
              <a:t>Zdarma</a:t>
            </a:r>
            <a:endParaRPr lang="en-US" sz="1600" dirty="0"/>
          </a:p>
          <a:p>
            <a:pPr indent="0" marL="0">
              <a:buNone/>
            </a:pPr>
            <a:r>
              <a:rPr lang="en-US" sz="1400" dirty="0">
                <a:solidFill>
                  <a:schemeClr val="tx1"/>
                </a:solidFill>
              </a:rPr>
              <a:t>případně itch.io jako portfolio</a:t>
            </a:r>
            <a:endParaRPr lang="en-US" sz="1600" dirty="0"/>
          </a:p>
        </p:txBody>
      </p:sp>
      <p:sp>
        <p:nvSpPr>
          <p:cNvPr id="5" name="Karta Komunita"/>
          <p:cNvSpPr/>
          <p:nvPr/>
        </p:nvSpPr>
        <p:spPr>
          <a:xfrm>
            <a:off x="3264408" y="1097280"/>
            <a:ext cx="2615184" cy="1005840"/>
          </a:xfrm>
          <a:prstGeom prst="roundRect">
            <a:avLst>
              <a:gd name="adj" fmla="val 10909"/>
            </a:avLst>
          </a:prstGeom>
          <a:solidFill>
            <a:schemeClr val="bg2"/>
          </a:solidFill>
          <a:ln w="12700">
            <a:solidFill>
              <a:schemeClr val="bg2"/>
            </a:solidFill>
            <a:prstDash val="solid"/>
          </a:ln>
        </p:spPr>
      </p:sp>
      <p:sp>
        <p:nvSpPr>
          <p:cNvPr id="6" name="Text Komunita"/>
          <p:cNvSpPr txBox="1"/>
          <p:nvPr/>
        </p:nvSpPr>
        <p:spPr>
          <a:xfrm>
            <a:off x="3447288" y="1143000"/>
            <a:ext cx="2286000" cy="914400"/>
          </a:xfrm>
          <a:prstGeom prst="rect">
            <a:avLst/>
          </a:prstGeom>
          <a:noFill/>
          <a:ln/>
        </p:spPr>
        <p:txBody>
          <a:bodyPr wrap="square" lIns="0" tIns="0" rIns="0" bIns="0" rtlCol="0" anchor="ctr"/>
          <a:lstStyle/>
          <a:p>
            <a:pPr indent="0" marL="0">
              <a:buNone/>
            </a:pPr>
            <a:r>
              <a:rPr lang="en-US" sz="1600" b="1" dirty="0">
                <a:solidFill>
                  <a:schemeClr val="accent2"/>
                </a:solidFill>
              </a:rPr>
              <a:t>Komunita</a:t>
            </a:r>
            <a:endParaRPr lang="en-US" sz="1600" dirty="0"/>
          </a:p>
          <a:p>
            <a:pPr indent="0" marL="0">
              <a:buNone/>
            </a:pPr>
            <a:r>
              <a:rPr lang="en-US" sz="1400" dirty="0">
                <a:solidFill>
                  <a:schemeClr val="tx1"/>
                </a:solidFill>
              </a:rPr>
              <a:t>videa, sdílení ostrovů</a:t>
            </a:r>
            <a:endParaRPr lang="en-US" sz="1600" dirty="0"/>
          </a:p>
        </p:txBody>
      </p:sp>
      <p:sp>
        <p:nvSpPr>
          <p:cNvPr id="7" name="Karta Open-source"/>
          <p:cNvSpPr/>
          <p:nvPr/>
        </p:nvSpPr>
        <p:spPr>
          <a:xfrm>
            <a:off x="6071616" y="1097280"/>
            <a:ext cx="2615184" cy="1005840"/>
          </a:xfrm>
          <a:prstGeom prst="roundRect">
            <a:avLst>
              <a:gd name="adj" fmla="val 10909"/>
            </a:avLst>
          </a:prstGeom>
          <a:solidFill>
            <a:schemeClr val="bg2"/>
          </a:solidFill>
          <a:ln w="12700">
            <a:solidFill>
              <a:schemeClr val="bg2"/>
            </a:solidFill>
            <a:prstDash val="solid"/>
          </a:ln>
        </p:spPr>
      </p:sp>
      <p:sp>
        <p:nvSpPr>
          <p:cNvPr id="8" name="Text Open-source"/>
          <p:cNvSpPr txBox="1"/>
          <p:nvPr/>
        </p:nvSpPr>
        <p:spPr>
          <a:xfrm>
            <a:off x="6254496" y="1143000"/>
            <a:ext cx="2286000" cy="914400"/>
          </a:xfrm>
          <a:prstGeom prst="rect">
            <a:avLst/>
          </a:prstGeom>
          <a:noFill/>
          <a:ln/>
        </p:spPr>
        <p:txBody>
          <a:bodyPr wrap="square" lIns="0" tIns="0" rIns="0" bIns="0" rtlCol="0" anchor="ctr"/>
          <a:lstStyle/>
          <a:p>
            <a:pPr indent="0" marL="0">
              <a:buNone/>
            </a:pPr>
            <a:r>
              <a:rPr lang="en-US" sz="1600" b="1" dirty="0">
                <a:solidFill>
                  <a:schemeClr val="accent2"/>
                </a:solidFill>
              </a:rPr>
              <a:t>Open-source</a:t>
            </a:r>
            <a:endParaRPr lang="en-US" sz="1600" dirty="0"/>
          </a:p>
          <a:p>
            <a:pPr indent="0" marL="0">
              <a:buNone/>
            </a:pPr>
            <a:r>
              <a:rPr lang="en-US" sz="1400" dirty="0">
                <a:solidFill>
                  <a:schemeClr val="tx1"/>
                </a:solidFill>
              </a:rPr>
              <a:t>kód pod MIT, grafika CC0</a:t>
            </a:r>
            <a:endParaRPr lang="en-US" sz="1600" dirty="0"/>
          </a:p>
        </p:txBody>
      </p:sp>
      <p:sp>
        <p:nvSpPr>
          <p:cNvPr id="9" name="Osa"/>
          <p:cNvSpPr/>
          <p:nvPr/>
        </p:nvSpPr>
        <p:spPr>
          <a:xfrm>
            <a:off x="1005840" y="3200400"/>
            <a:ext cx="7132320" cy="0"/>
          </a:xfrm>
          <a:prstGeom prst="line">
            <a:avLst/>
          </a:prstGeom>
          <a:noFill/>
          <a:ln w="25400">
            <a:solidFill>
              <a:schemeClr val="accent5"/>
            </a:solidFill>
            <a:prstDash val="solid"/>
          </a:ln>
        </p:spPr>
      </p:sp>
      <p:sp>
        <p:nvSpPr>
          <p:cNvPr id="10" name="Milník 1"/>
          <p:cNvSpPr/>
          <p:nvPr/>
        </p:nvSpPr>
        <p:spPr>
          <a:xfrm>
            <a:off x="850392" y="3044952"/>
            <a:ext cx="310896" cy="310896"/>
          </a:xfrm>
          <a:prstGeom prst="ellipse">
            <a:avLst/>
          </a:prstGeom>
          <a:solidFill>
            <a:schemeClr val="accent2"/>
          </a:solidFill>
          <a:ln w="25400">
            <a:solidFill>
              <a:schemeClr val="bg1"/>
            </a:solidFill>
            <a:prstDash val="solid"/>
          </a:ln>
        </p:spPr>
      </p:sp>
      <p:sp>
        <p:nvSpPr>
          <p:cNvPr id="11" name="Datum 1"/>
          <p:cNvSpPr txBox="1"/>
          <p:nvPr/>
        </p:nvSpPr>
        <p:spPr>
          <a:xfrm>
            <a:off x="365760"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11. 11.</a:t>
            </a:r>
            <a:endParaRPr lang="en-US" sz="1400" dirty="0"/>
          </a:p>
        </p:txBody>
      </p:sp>
      <p:sp>
        <p:nvSpPr>
          <p:cNvPr id="12" name="Název 1"/>
          <p:cNvSpPr txBox="1"/>
          <p:nvPr/>
        </p:nvSpPr>
        <p:spPr>
          <a:xfrm>
            <a:off x="365760"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Charter</a:t>
            </a:r>
            <a:endParaRPr lang="en-US" sz="1400" dirty="0"/>
          </a:p>
        </p:txBody>
      </p:sp>
      <p:sp>
        <p:nvSpPr>
          <p:cNvPr id="13" name="Milník 2"/>
          <p:cNvSpPr/>
          <p:nvPr/>
        </p:nvSpPr>
        <p:spPr>
          <a:xfrm>
            <a:off x="2276856" y="3044952"/>
            <a:ext cx="310896" cy="310896"/>
          </a:xfrm>
          <a:prstGeom prst="ellipse">
            <a:avLst/>
          </a:prstGeom>
          <a:solidFill>
            <a:schemeClr val="accent2"/>
          </a:solidFill>
          <a:ln w="25400">
            <a:solidFill>
              <a:schemeClr val="bg1"/>
            </a:solidFill>
            <a:prstDash val="solid"/>
          </a:ln>
        </p:spPr>
      </p:sp>
      <p:sp>
        <p:nvSpPr>
          <p:cNvPr id="14" name="Datum 2"/>
          <p:cNvSpPr txBox="1"/>
          <p:nvPr/>
        </p:nvSpPr>
        <p:spPr>
          <a:xfrm>
            <a:off x="1792224"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9. 12.</a:t>
            </a:r>
            <a:endParaRPr lang="en-US" sz="1400" dirty="0"/>
          </a:p>
        </p:txBody>
      </p:sp>
      <p:sp>
        <p:nvSpPr>
          <p:cNvPr id="15" name="Název 2"/>
          <p:cNvSpPr txBox="1"/>
          <p:nvPr/>
        </p:nvSpPr>
        <p:spPr>
          <a:xfrm>
            <a:off x="1792224"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Osnova</a:t>
            </a:r>
            <a:endParaRPr lang="en-US" sz="1400" dirty="0"/>
          </a:p>
        </p:txBody>
      </p:sp>
      <p:sp>
        <p:nvSpPr>
          <p:cNvPr id="16" name="Milník 3"/>
          <p:cNvSpPr/>
          <p:nvPr/>
        </p:nvSpPr>
        <p:spPr>
          <a:xfrm>
            <a:off x="3703320" y="3044952"/>
            <a:ext cx="310896" cy="310896"/>
          </a:xfrm>
          <a:prstGeom prst="ellipse">
            <a:avLst/>
          </a:prstGeom>
          <a:solidFill>
            <a:schemeClr val="accent2"/>
          </a:solidFill>
          <a:ln w="25400">
            <a:solidFill>
              <a:schemeClr val="bg1"/>
            </a:solidFill>
            <a:prstDash val="solid"/>
          </a:ln>
        </p:spPr>
      </p:sp>
      <p:sp>
        <p:nvSpPr>
          <p:cNvPr id="17" name="Datum 3"/>
          <p:cNvSpPr txBox="1"/>
          <p:nvPr/>
        </p:nvSpPr>
        <p:spPr>
          <a:xfrm>
            <a:off x="3218688"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20. 1.</a:t>
            </a:r>
            <a:endParaRPr lang="en-US" sz="1400" dirty="0"/>
          </a:p>
        </p:txBody>
      </p:sp>
      <p:sp>
        <p:nvSpPr>
          <p:cNvPr id="18" name="Název 3"/>
          <p:cNvSpPr txBox="1"/>
          <p:nvPr/>
        </p:nvSpPr>
        <p:spPr>
          <a:xfrm>
            <a:off x="3218688"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Návrh</a:t>
            </a:r>
            <a:endParaRPr lang="en-US" sz="1400" dirty="0"/>
          </a:p>
        </p:txBody>
      </p:sp>
      <p:sp>
        <p:nvSpPr>
          <p:cNvPr id="19" name="Milník 4"/>
          <p:cNvSpPr/>
          <p:nvPr/>
        </p:nvSpPr>
        <p:spPr>
          <a:xfrm>
            <a:off x="5129784" y="3044952"/>
            <a:ext cx="310896" cy="310896"/>
          </a:xfrm>
          <a:prstGeom prst="ellipse">
            <a:avLst/>
          </a:prstGeom>
          <a:solidFill>
            <a:schemeClr val="accent2"/>
          </a:solidFill>
          <a:ln w="25400">
            <a:solidFill>
              <a:schemeClr val="bg1"/>
            </a:solidFill>
            <a:prstDash val="solid"/>
          </a:ln>
        </p:spPr>
      </p:sp>
      <p:sp>
        <p:nvSpPr>
          <p:cNvPr id="20" name="Datum 4"/>
          <p:cNvSpPr txBox="1"/>
          <p:nvPr/>
        </p:nvSpPr>
        <p:spPr>
          <a:xfrm>
            <a:off x="4645152"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3. 3.</a:t>
            </a:r>
            <a:endParaRPr lang="en-US" sz="1400" dirty="0"/>
          </a:p>
        </p:txBody>
      </p:sp>
      <p:sp>
        <p:nvSpPr>
          <p:cNvPr id="21" name="Název 4"/>
          <p:cNvSpPr txBox="1"/>
          <p:nvPr/>
        </p:nvSpPr>
        <p:spPr>
          <a:xfrm>
            <a:off x="4645152"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Kód</a:t>
            </a:r>
            <a:endParaRPr lang="en-US" sz="1400" dirty="0"/>
          </a:p>
        </p:txBody>
      </p:sp>
      <p:sp>
        <p:nvSpPr>
          <p:cNvPr id="22" name="Milník 5"/>
          <p:cNvSpPr/>
          <p:nvPr/>
        </p:nvSpPr>
        <p:spPr>
          <a:xfrm>
            <a:off x="6556248" y="3044952"/>
            <a:ext cx="310896" cy="310896"/>
          </a:xfrm>
          <a:prstGeom prst="ellipse">
            <a:avLst/>
          </a:prstGeom>
          <a:solidFill>
            <a:schemeClr val="accent2"/>
          </a:solidFill>
          <a:ln w="25400">
            <a:solidFill>
              <a:schemeClr val="bg1"/>
            </a:solidFill>
            <a:prstDash val="solid"/>
          </a:ln>
        </p:spPr>
      </p:sp>
      <p:sp>
        <p:nvSpPr>
          <p:cNvPr id="23" name="Datum 5"/>
          <p:cNvSpPr txBox="1"/>
          <p:nvPr/>
        </p:nvSpPr>
        <p:spPr>
          <a:xfrm>
            <a:off x="6071616"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31. 3.</a:t>
            </a:r>
            <a:endParaRPr lang="en-US" sz="1400" dirty="0"/>
          </a:p>
        </p:txBody>
      </p:sp>
      <p:sp>
        <p:nvSpPr>
          <p:cNvPr id="24" name="Název 5"/>
          <p:cNvSpPr txBox="1"/>
          <p:nvPr/>
        </p:nvSpPr>
        <p:spPr>
          <a:xfrm>
            <a:off x="6071616"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Build</a:t>
            </a:r>
            <a:endParaRPr lang="en-US" sz="1400" dirty="0"/>
          </a:p>
        </p:txBody>
      </p:sp>
      <p:sp>
        <p:nvSpPr>
          <p:cNvPr id="25" name="Milník 6"/>
          <p:cNvSpPr/>
          <p:nvPr/>
        </p:nvSpPr>
        <p:spPr>
          <a:xfrm>
            <a:off x="7982712" y="3044952"/>
            <a:ext cx="310896" cy="310896"/>
          </a:xfrm>
          <a:prstGeom prst="ellipse">
            <a:avLst/>
          </a:prstGeom>
          <a:solidFill>
            <a:schemeClr val="accent1"/>
          </a:solidFill>
          <a:ln w="25400">
            <a:solidFill>
              <a:schemeClr val="bg1"/>
            </a:solidFill>
            <a:prstDash val="solid"/>
          </a:ln>
        </p:spPr>
      </p:sp>
      <p:sp>
        <p:nvSpPr>
          <p:cNvPr id="26" name="Datum 6"/>
          <p:cNvSpPr txBox="1"/>
          <p:nvPr/>
        </p:nvSpPr>
        <p:spPr>
          <a:xfrm>
            <a:off x="7498080" y="2743200"/>
            <a:ext cx="1280160" cy="274320"/>
          </a:xfrm>
          <a:prstGeom prst="rect">
            <a:avLst/>
          </a:prstGeom>
          <a:noFill/>
          <a:ln/>
        </p:spPr>
        <p:txBody>
          <a:bodyPr wrap="square" lIns="0" tIns="0" rIns="0" bIns="0" rtlCol="0" anchor="ctr"/>
          <a:lstStyle/>
          <a:p>
            <a:pPr algn="ctr" indent="0" marL="0">
              <a:buNone/>
            </a:pPr>
            <a:r>
              <a:rPr lang="en-US" sz="1400" b="1" dirty="0">
                <a:solidFill>
                  <a:schemeClr val="tx1"/>
                </a:solidFill>
              </a:rPr>
              <a:t>14. 4.</a:t>
            </a:r>
            <a:endParaRPr lang="en-US" sz="1400" dirty="0"/>
          </a:p>
        </p:txBody>
      </p:sp>
      <p:sp>
        <p:nvSpPr>
          <p:cNvPr id="27" name="Název 6"/>
          <p:cNvSpPr txBox="1"/>
          <p:nvPr/>
        </p:nvSpPr>
        <p:spPr>
          <a:xfrm>
            <a:off x="7498080" y="3401568"/>
            <a:ext cx="1280160" cy="274320"/>
          </a:xfrm>
          <a:prstGeom prst="rect">
            <a:avLst/>
          </a:prstGeom>
          <a:noFill/>
          <a:ln/>
        </p:spPr>
        <p:txBody>
          <a:bodyPr wrap="square" lIns="0" tIns="0" rIns="0" bIns="0" rtlCol="0" anchor="ctr"/>
          <a:lstStyle/>
          <a:p>
            <a:pPr algn="ctr" indent="0" marL="0">
              <a:buNone/>
            </a:pPr>
            <a:r>
              <a:rPr lang="en-US" sz="1400" dirty="0">
                <a:solidFill>
                  <a:schemeClr val="accent5"/>
                </a:solidFill>
              </a:rPr>
              <a:t>Release</a:t>
            </a:r>
            <a:endParaRPr lang="en-US" sz="1400" dirty="0"/>
          </a:p>
        </p:txBody>
      </p:sp>
      <p:sp>
        <p:nvSpPr>
          <p:cNvPr id="28" name="Závěr"/>
          <p:cNvSpPr txBox="1"/>
          <p:nvPr/>
        </p:nvSpPr>
        <p:spPr>
          <a:xfrm>
            <a:off x="457200" y="4069080"/>
            <a:ext cx="594360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Děkuji za pozornost. Dotazy?</a:t>
            </a:r>
            <a:endParaRPr lang="en-US" sz="2200" dirty="0"/>
          </a:p>
        </p:txBody>
      </p:sp>
      <p:sp>
        <p:nvSpPr>
          <p:cNvPr id="29"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30"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31" name="Nav odkaz Téma" descr="Přejít: Téma">
            <a:hlinkClick r:id="rId2" tooltip="Přejít: Téma" action="ppaction://hlinksldjump"/>
          </p:cNvPr>
          <p:cNvPicPr>
            <a:picLocks noChangeAspect="1"/>
          </p:cNvPicPr>
          <p:nvPr/>
        </p:nvPicPr>
        <p:blipFill>
          <a:blip r:embed="rId1"/>
          <a:stretch>
            <a:fillRect/>
          </a:stretch>
        </p:blipFill>
        <p:spPr>
          <a:xfrm>
            <a:off x="457200" y="4700016"/>
            <a:ext cx="914400" cy="256032"/>
          </a:xfrm>
          <a:prstGeom prst="rect">
            <a:avLst/>
          </a:prstGeom>
        </p:spPr>
      </p:pic>
      <p:sp>
        <p:nvSpPr>
          <p:cNvPr id="32"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3"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4" name="Nav odkaz Rozsah" descr="Přejít: Rozsah">
            <a:hlinkClick r:id="rId4" tooltip="Přejít: Rozsah" action="ppaction://hlinksldjump"/>
          </p:cNvPr>
          <p:cNvPicPr>
            <a:picLocks noChangeAspect="1"/>
          </p:cNvPicPr>
          <p:nvPr/>
        </p:nvPicPr>
        <p:blipFill>
          <a:blip r:embed="rId3"/>
          <a:stretch>
            <a:fillRect/>
          </a:stretch>
        </p:blipFill>
        <p:spPr>
          <a:xfrm>
            <a:off x="1426464" y="4700016"/>
            <a:ext cx="914400" cy="256032"/>
          </a:xfrm>
          <a:prstGeom prst="rect">
            <a:avLst/>
          </a:prstGeom>
        </p:spPr>
      </p:pic>
      <p:sp>
        <p:nvSpPr>
          <p:cNvPr id="35"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36"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37" name="Nav odkaz Technika" descr="Přejít: Technika">
            <a:hlinkClick r:id="rId6" tooltip="Přejít: Technika" action="ppaction://hlinksldjump"/>
          </p:cNvPr>
          <p:cNvPicPr>
            <a:picLocks noChangeAspect="1"/>
          </p:cNvPicPr>
          <p:nvPr/>
        </p:nvPicPr>
        <p:blipFill>
          <a:blip r:embed="rId5"/>
          <a:stretch>
            <a:fillRect/>
          </a:stretch>
        </p:blipFill>
        <p:spPr>
          <a:xfrm>
            <a:off x="2395728" y="4700016"/>
            <a:ext cx="914400" cy="256032"/>
          </a:xfrm>
          <a:prstGeom prst="rect">
            <a:avLst/>
          </a:prstGeom>
        </p:spPr>
      </p:pic>
      <p:sp>
        <p:nvSpPr>
          <p:cNvPr id="38"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9"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40" name="Nav odkaz Ukázka" descr="Přejít: Ukázka">
            <a:hlinkClick r:id="rId8" tooltip="Přejít: Ukázka" action="ppaction://hlinksldjump"/>
          </p:cNvPr>
          <p:cNvPicPr>
            <a:picLocks noChangeAspect="1"/>
          </p:cNvPicPr>
          <p:nvPr/>
        </p:nvPicPr>
        <p:blipFill>
          <a:blip r:embed="rId7"/>
          <a:stretch>
            <a:fillRect/>
          </a:stretch>
        </p:blipFill>
        <p:spPr>
          <a:xfrm>
            <a:off x="3364992" y="4700016"/>
            <a:ext cx="914400" cy="256032"/>
          </a:xfrm>
          <a:prstGeom prst="rect">
            <a:avLst/>
          </a:prstGeom>
        </p:spPr>
      </p:pic>
      <p:sp>
        <p:nvSpPr>
          <p:cNvPr id="41"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42"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3" name="Nav odkaz Rizika" descr="Přejít: Rizika">
            <a:hlinkClick r:id="rId10" tooltip="Přejít: Rizika" action="ppaction://hlinksldjump"/>
          </p:cNvPr>
          <p:cNvPicPr>
            <a:picLocks noChangeAspect="1"/>
          </p:cNvPicPr>
          <p:nvPr/>
        </p:nvPicPr>
        <p:blipFill>
          <a:blip r:embed="rId9"/>
          <a:stretch>
            <a:fillRect/>
          </a:stretch>
        </p:blipFill>
        <p:spPr>
          <a:xfrm>
            <a:off x="4334256" y="4700016"/>
            <a:ext cx="914400" cy="256032"/>
          </a:xfrm>
          <a:prstGeom prst="rect">
            <a:avLst/>
          </a:prstGeom>
        </p:spPr>
      </p:pic>
      <p:sp>
        <p:nvSpPr>
          <p:cNvPr id="44" name="Nav Plán"/>
          <p:cNvSpPr/>
          <p:nvPr/>
        </p:nvSpPr>
        <p:spPr>
          <a:xfrm>
            <a:off x="5303520" y="4700016"/>
            <a:ext cx="914400" cy="256032"/>
          </a:xfrm>
          <a:prstGeom prst="roundRect">
            <a:avLst>
              <a:gd name="adj" fmla="val 28571"/>
            </a:avLst>
          </a:prstGeom>
          <a:solidFill>
            <a:schemeClr val="accent2"/>
          </a:solidFill>
          <a:ln w="12700">
            <a:solidFill>
              <a:schemeClr val="accent2"/>
            </a:solidFill>
            <a:prstDash val="solid"/>
          </a:ln>
        </p:spPr>
      </p:sp>
      <p:sp>
        <p:nvSpPr>
          <p:cNvPr id="45"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Plán</a:t>
            </a:r>
            <a:endParaRPr lang="en-US" sz="1100" dirty="0"/>
          </a:p>
        </p:txBody>
      </p:sp>
      <p:pic>
        <p:nvPicPr>
          <p:cNvPr id="46" name="Nav odkaz Plán" descr="Přejít: Plán">
            <a:hlinkClick r:id="rId12" tooltip="Přejít: Plán" action="ppaction://hlinksldjump"/>
          </p:cNvPr>
          <p:cNvPicPr>
            <a:picLocks noChangeAspect="1"/>
          </p:cNvPicPr>
          <p:nvPr/>
        </p:nvPicPr>
        <p:blipFill>
          <a:blip r:embed="rId11"/>
          <a:stretch>
            <a:fillRect/>
          </a:stretch>
        </p:blipFill>
        <p:spPr>
          <a:xfrm>
            <a:off x="5303520" y="4700016"/>
            <a:ext cx="914400" cy="256032"/>
          </a:xfrm>
          <a:prstGeom prst="rect">
            <a:avLst/>
          </a:prstGeom>
        </p:spPr>
      </p:pic>
      <p:sp>
        <p:nvSpPr>
          <p:cNvPr id="47"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8"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9" name="Nav odkaz Otázky" descr="Přejít: Otázky">
            <a:hlinkClick r:id="rId14" tooltip="Přejít: Otázky" action="ppaction://hlinksldjump"/>
          </p:cNvPr>
          <p:cNvPicPr>
            <a:picLocks noChangeAspect="1"/>
          </p:cNvPicPr>
          <p:nvPr/>
        </p:nvPicPr>
        <p:blipFill>
          <a:blip r:embed="rId13"/>
          <a:stretch>
            <a:fillRect/>
          </a:stretch>
        </p:blipFill>
        <p:spPr>
          <a:xfrm>
            <a:off x="6272784" y="4700016"/>
            <a:ext cx="914400" cy="256032"/>
          </a:xfrm>
          <a:prstGeom prst="rect">
            <a:avLst/>
          </a:prstGeom>
        </p:spPr>
      </p:pic>
      <p:sp>
        <p:nvSpPr>
          <p:cNvPr id="50"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7</a:t>
            </a:r>
            <a:endParaRPr lang="en-US" sz="11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Dotazy?</a:t>
            </a:r>
            <a:endParaRPr lang="en-US" sz="3400" dirty="0"/>
          </a:p>
        </p:txBody>
      </p:sp>
      <p:sp>
        <p:nvSpPr>
          <p:cNvPr id="3" name="Podtitul dotazy"/>
          <p:cNvSpPr txBox="1"/>
          <p:nvPr/>
        </p:nvSpPr>
        <p:spPr>
          <a:xfrm>
            <a:off x="457200" y="1005840"/>
            <a:ext cx="8229600" cy="320040"/>
          </a:xfrm>
          <a:prstGeom prst="rect">
            <a:avLst/>
          </a:prstGeom>
          <a:noFill/>
          <a:ln/>
        </p:spPr>
        <p:txBody>
          <a:bodyPr wrap="square" lIns="0" tIns="0" rIns="0" bIns="0" rtlCol="0" anchor="ctr"/>
          <a:lstStyle/>
          <a:p>
            <a:pPr indent="0" marL="0">
              <a:buNone/>
            </a:pPr>
            <a:r>
              <a:rPr lang="en-US" sz="1600" dirty="0">
                <a:solidFill>
                  <a:schemeClr val="accent5"/>
                </a:solidFill>
              </a:rPr>
              <a:t>Klikni na téma, ke kterému se komise ptá</a:t>
            </a:r>
            <a:endParaRPr lang="en-US" sz="1600" dirty="0"/>
          </a:p>
        </p:txBody>
      </p:sp>
      <p:sp>
        <p:nvSpPr>
          <p:cNvPr id="4" name="Dlaždice Co to je a pro koho"/>
          <p:cNvSpPr/>
          <p:nvPr/>
        </p:nvSpPr>
        <p:spPr>
          <a:xfrm>
            <a:off x="457200" y="1554480"/>
            <a:ext cx="2615184" cy="1097280"/>
          </a:xfrm>
          <a:prstGeom prst="roundRect">
            <a:avLst>
              <a:gd name="adj" fmla="val 10000"/>
            </a:avLst>
          </a:prstGeom>
          <a:solidFill>
            <a:schemeClr val="bg2"/>
          </a:solidFill>
          <a:ln w="12700">
            <a:solidFill>
              <a:schemeClr val="bg2"/>
            </a:solidFill>
            <a:prstDash val="solid"/>
          </a:ln>
        </p:spPr>
      </p:sp>
      <p:sp>
        <p:nvSpPr>
          <p:cNvPr id="5" name="Číslo dlaždice 1"/>
          <p:cNvSpPr/>
          <p:nvPr/>
        </p:nvSpPr>
        <p:spPr>
          <a:xfrm>
            <a:off x="640080" y="1920240"/>
            <a:ext cx="365760" cy="365760"/>
          </a:xfrm>
          <a:prstGeom prst="ellipse">
            <a:avLst/>
          </a:prstGeom>
          <a:solidFill>
            <a:schemeClr val="accent2"/>
          </a:solidFill>
          <a:ln w="12700">
            <a:solidFill>
              <a:schemeClr val="accent2"/>
            </a:solidFill>
            <a:prstDash val="solid"/>
          </a:ln>
        </p:spPr>
      </p:sp>
      <p:sp>
        <p:nvSpPr>
          <p:cNvPr id="6" name="Číslo dlaždice 1 text"/>
          <p:cNvSpPr txBox="1"/>
          <p:nvPr/>
        </p:nvSpPr>
        <p:spPr>
          <a:xfrm>
            <a:off x="640080"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dlaždice 1"/>
          <p:cNvSpPr txBox="1"/>
          <p:nvPr/>
        </p:nvSpPr>
        <p:spPr>
          <a:xfrm>
            <a:off x="1143000" y="16459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Co to je a pro koho</a:t>
            </a:r>
            <a:endParaRPr lang="en-US" sz="1600" dirty="0"/>
          </a:p>
        </p:txBody>
      </p:sp>
      <p:pic>
        <p:nvPicPr>
          <p:cNvPr id="8" name="Odkaz dlaždice 1" descr="Přejít: Co to je a pro koho">
            <a:hlinkClick r:id="rId2" tooltip="Přejít: Co to je a pro koho" action="ppaction://hlinksldjump"/>
          </p:cNvPr>
          <p:cNvPicPr>
            <a:picLocks noChangeAspect="1"/>
          </p:cNvPicPr>
          <p:nvPr/>
        </p:nvPicPr>
        <p:blipFill>
          <a:blip r:embed="rId1"/>
          <a:stretch>
            <a:fillRect/>
          </a:stretch>
        </p:blipFill>
        <p:spPr>
          <a:xfrm>
            <a:off x="457200" y="1554480"/>
            <a:ext cx="2615184" cy="1097280"/>
          </a:xfrm>
          <a:prstGeom prst="rect">
            <a:avLst/>
          </a:prstGeom>
        </p:spPr>
      </p:pic>
      <p:sp>
        <p:nvSpPr>
          <p:cNvPr id="9" name="Dlaždice Rozsah a stav"/>
          <p:cNvSpPr/>
          <p:nvPr/>
        </p:nvSpPr>
        <p:spPr>
          <a:xfrm>
            <a:off x="3264408" y="1554480"/>
            <a:ext cx="2615184" cy="1097280"/>
          </a:xfrm>
          <a:prstGeom prst="roundRect">
            <a:avLst>
              <a:gd name="adj" fmla="val 10000"/>
            </a:avLst>
          </a:prstGeom>
          <a:solidFill>
            <a:schemeClr val="bg2"/>
          </a:solidFill>
          <a:ln w="12700">
            <a:solidFill>
              <a:schemeClr val="bg2"/>
            </a:solidFill>
            <a:prstDash val="solid"/>
          </a:ln>
        </p:spPr>
      </p:sp>
      <p:sp>
        <p:nvSpPr>
          <p:cNvPr id="10" name="Číslo dlaždice 2"/>
          <p:cNvSpPr/>
          <p:nvPr/>
        </p:nvSpPr>
        <p:spPr>
          <a:xfrm>
            <a:off x="3447288" y="1920240"/>
            <a:ext cx="365760" cy="365760"/>
          </a:xfrm>
          <a:prstGeom prst="ellipse">
            <a:avLst/>
          </a:prstGeom>
          <a:solidFill>
            <a:schemeClr val="accent2"/>
          </a:solidFill>
          <a:ln w="12700">
            <a:solidFill>
              <a:schemeClr val="accent2"/>
            </a:solidFill>
            <a:prstDash val="solid"/>
          </a:ln>
        </p:spPr>
      </p:sp>
      <p:sp>
        <p:nvSpPr>
          <p:cNvPr id="11" name="Číslo dlaždice 2 text"/>
          <p:cNvSpPr txBox="1"/>
          <p:nvPr/>
        </p:nvSpPr>
        <p:spPr>
          <a:xfrm>
            <a:off x="3447288"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dlaždice 2"/>
          <p:cNvSpPr txBox="1"/>
          <p:nvPr/>
        </p:nvSpPr>
        <p:spPr>
          <a:xfrm>
            <a:off x="3950208" y="16459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Rozsah a stav</a:t>
            </a:r>
            <a:endParaRPr lang="en-US" sz="1600" dirty="0"/>
          </a:p>
        </p:txBody>
      </p:sp>
      <p:pic>
        <p:nvPicPr>
          <p:cNvPr id="13" name="Odkaz dlaždice 2" descr="Přejít: Rozsah a stav">
            <a:hlinkClick r:id="rId4" tooltip="Přejít: Rozsah a stav" action="ppaction://hlinksldjump"/>
          </p:cNvPr>
          <p:cNvPicPr>
            <a:picLocks noChangeAspect="1"/>
          </p:cNvPicPr>
          <p:nvPr/>
        </p:nvPicPr>
        <p:blipFill>
          <a:blip r:embed="rId3"/>
          <a:stretch>
            <a:fillRect/>
          </a:stretch>
        </p:blipFill>
        <p:spPr>
          <a:xfrm>
            <a:off x="3264408" y="1554480"/>
            <a:ext cx="2615184" cy="1097280"/>
          </a:xfrm>
          <a:prstGeom prst="rect">
            <a:avLst/>
          </a:prstGeom>
        </p:spPr>
      </p:pic>
      <p:sp>
        <p:nvSpPr>
          <p:cNvPr id="14" name="Dlaždice Architektura"/>
          <p:cNvSpPr/>
          <p:nvPr/>
        </p:nvSpPr>
        <p:spPr>
          <a:xfrm>
            <a:off x="6071616" y="1554480"/>
            <a:ext cx="2615184" cy="1097280"/>
          </a:xfrm>
          <a:prstGeom prst="roundRect">
            <a:avLst>
              <a:gd name="adj" fmla="val 10000"/>
            </a:avLst>
          </a:prstGeom>
          <a:solidFill>
            <a:schemeClr val="bg2"/>
          </a:solidFill>
          <a:ln w="12700">
            <a:solidFill>
              <a:schemeClr val="bg2"/>
            </a:solidFill>
            <a:prstDash val="solid"/>
          </a:ln>
        </p:spPr>
      </p:sp>
      <p:sp>
        <p:nvSpPr>
          <p:cNvPr id="15" name="Číslo dlaždice 3"/>
          <p:cNvSpPr/>
          <p:nvPr/>
        </p:nvSpPr>
        <p:spPr>
          <a:xfrm>
            <a:off x="6254496" y="1920240"/>
            <a:ext cx="365760" cy="365760"/>
          </a:xfrm>
          <a:prstGeom prst="ellipse">
            <a:avLst/>
          </a:prstGeom>
          <a:solidFill>
            <a:schemeClr val="accent2"/>
          </a:solidFill>
          <a:ln w="12700">
            <a:solidFill>
              <a:schemeClr val="accent2"/>
            </a:solidFill>
            <a:prstDash val="solid"/>
          </a:ln>
        </p:spPr>
      </p:sp>
      <p:sp>
        <p:nvSpPr>
          <p:cNvPr id="16" name="Číslo dlaždice 3 text"/>
          <p:cNvSpPr txBox="1"/>
          <p:nvPr/>
        </p:nvSpPr>
        <p:spPr>
          <a:xfrm>
            <a:off x="6254496"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dlaždice 3"/>
          <p:cNvSpPr txBox="1"/>
          <p:nvPr/>
        </p:nvSpPr>
        <p:spPr>
          <a:xfrm>
            <a:off x="6757416" y="16459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Architektura</a:t>
            </a:r>
            <a:endParaRPr lang="en-US" sz="1600" dirty="0"/>
          </a:p>
        </p:txBody>
      </p:sp>
      <p:pic>
        <p:nvPicPr>
          <p:cNvPr id="18" name="Odkaz dlaždice 3" descr="Přejít: Architektura">
            <a:hlinkClick r:id="rId6" tooltip="Přejít: Architektura" action="ppaction://hlinksldjump"/>
          </p:cNvPr>
          <p:cNvPicPr>
            <a:picLocks noChangeAspect="1"/>
          </p:cNvPicPr>
          <p:nvPr/>
        </p:nvPicPr>
        <p:blipFill>
          <a:blip r:embed="rId5"/>
          <a:stretch>
            <a:fillRect/>
          </a:stretch>
        </p:blipFill>
        <p:spPr>
          <a:xfrm>
            <a:off x="6071616" y="1554480"/>
            <a:ext cx="2615184" cy="1097280"/>
          </a:xfrm>
          <a:prstGeom prst="rect">
            <a:avLst/>
          </a:prstGeom>
        </p:spPr>
      </p:pic>
      <p:sp>
        <p:nvSpPr>
          <p:cNvPr id="19" name="Dlaždice Ukázka hry"/>
          <p:cNvSpPr/>
          <p:nvPr/>
        </p:nvSpPr>
        <p:spPr>
          <a:xfrm>
            <a:off x="457200" y="2926080"/>
            <a:ext cx="2615184" cy="1097280"/>
          </a:xfrm>
          <a:prstGeom prst="roundRect">
            <a:avLst>
              <a:gd name="adj" fmla="val 10000"/>
            </a:avLst>
          </a:prstGeom>
          <a:solidFill>
            <a:schemeClr val="bg2"/>
          </a:solidFill>
          <a:ln w="12700">
            <a:solidFill>
              <a:schemeClr val="bg2"/>
            </a:solidFill>
            <a:prstDash val="solid"/>
          </a:ln>
        </p:spPr>
      </p:sp>
      <p:sp>
        <p:nvSpPr>
          <p:cNvPr id="20" name="Číslo dlaždice 4"/>
          <p:cNvSpPr/>
          <p:nvPr/>
        </p:nvSpPr>
        <p:spPr>
          <a:xfrm>
            <a:off x="640080" y="3291840"/>
            <a:ext cx="365760" cy="365760"/>
          </a:xfrm>
          <a:prstGeom prst="ellipse">
            <a:avLst/>
          </a:prstGeom>
          <a:solidFill>
            <a:schemeClr val="accent2"/>
          </a:solidFill>
          <a:ln w="12700">
            <a:solidFill>
              <a:schemeClr val="accent2"/>
            </a:solidFill>
            <a:prstDash val="solid"/>
          </a:ln>
        </p:spPr>
      </p:sp>
      <p:sp>
        <p:nvSpPr>
          <p:cNvPr id="21" name="Číslo dlaždice 4 text"/>
          <p:cNvSpPr txBox="1"/>
          <p:nvPr/>
        </p:nvSpPr>
        <p:spPr>
          <a:xfrm>
            <a:off x="640080" y="32918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dlaždice 4"/>
          <p:cNvSpPr txBox="1"/>
          <p:nvPr/>
        </p:nvSpPr>
        <p:spPr>
          <a:xfrm>
            <a:off x="1143000" y="30175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Ukázka hry</a:t>
            </a:r>
            <a:endParaRPr lang="en-US" sz="1600" dirty="0"/>
          </a:p>
        </p:txBody>
      </p:sp>
      <p:pic>
        <p:nvPicPr>
          <p:cNvPr id="23" name="Odkaz dlaždice 4" descr="Přejít: Ukázka hry">
            <a:hlinkClick r:id="rId8" tooltip="Přejít: Ukázka hry" action="ppaction://hlinksldjump"/>
          </p:cNvPr>
          <p:cNvPicPr>
            <a:picLocks noChangeAspect="1"/>
          </p:cNvPicPr>
          <p:nvPr/>
        </p:nvPicPr>
        <p:blipFill>
          <a:blip r:embed="rId7"/>
          <a:stretch>
            <a:fillRect/>
          </a:stretch>
        </p:blipFill>
        <p:spPr>
          <a:xfrm>
            <a:off x="457200" y="2926080"/>
            <a:ext cx="2615184" cy="1097280"/>
          </a:xfrm>
          <a:prstGeom prst="rect">
            <a:avLst/>
          </a:prstGeom>
        </p:spPr>
      </p:pic>
      <p:sp>
        <p:nvSpPr>
          <p:cNvPr id="24" name="Dlaždice Rizika a licence"/>
          <p:cNvSpPr/>
          <p:nvPr/>
        </p:nvSpPr>
        <p:spPr>
          <a:xfrm>
            <a:off x="3264408" y="2926080"/>
            <a:ext cx="2615184" cy="1097280"/>
          </a:xfrm>
          <a:prstGeom prst="roundRect">
            <a:avLst>
              <a:gd name="adj" fmla="val 10000"/>
            </a:avLst>
          </a:prstGeom>
          <a:solidFill>
            <a:schemeClr val="bg2"/>
          </a:solidFill>
          <a:ln w="12700">
            <a:solidFill>
              <a:schemeClr val="bg2"/>
            </a:solidFill>
            <a:prstDash val="solid"/>
          </a:ln>
        </p:spPr>
      </p:sp>
      <p:sp>
        <p:nvSpPr>
          <p:cNvPr id="25" name="Číslo dlaždice 5"/>
          <p:cNvSpPr/>
          <p:nvPr/>
        </p:nvSpPr>
        <p:spPr>
          <a:xfrm>
            <a:off x="3447288" y="3291840"/>
            <a:ext cx="365760" cy="365760"/>
          </a:xfrm>
          <a:prstGeom prst="ellipse">
            <a:avLst/>
          </a:prstGeom>
          <a:solidFill>
            <a:schemeClr val="accent2"/>
          </a:solidFill>
          <a:ln w="12700">
            <a:solidFill>
              <a:schemeClr val="accent2"/>
            </a:solidFill>
            <a:prstDash val="solid"/>
          </a:ln>
        </p:spPr>
      </p:sp>
      <p:sp>
        <p:nvSpPr>
          <p:cNvPr id="26" name="Číslo dlaždice 5 text"/>
          <p:cNvSpPr txBox="1"/>
          <p:nvPr/>
        </p:nvSpPr>
        <p:spPr>
          <a:xfrm>
            <a:off x="3447288" y="32918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dlaždice 5"/>
          <p:cNvSpPr txBox="1"/>
          <p:nvPr/>
        </p:nvSpPr>
        <p:spPr>
          <a:xfrm>
            <a:off x="3950208" y="30175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Rizika a licence</a:t>
            </a:r>
            <a:endParaRPr lang="en-US" sz="1600" dirty="0"/>
          </a:p>
        </p:txBody>
      </p:sp>
      <p:pic>
        <p:nvPicPr>
          <p:cNvPr id="28" name="Odkaz dlaždice 5" descr="Přejít: Rizika a licence">
            <a:hlinkClick r:id="rId10" tooltip="Přejít: Rizika a licence" action="ppaction://hlinksldjump"/>
          </p:cNvPr>
          <p:cNvPicPr>
            <a:picLocks noChangeAspect="1"/>
          </p:cNvPicPr>
          <p:nvPr/>
        </p:nvPicPr>
        <p:blipFill>
          <a:blip r:embed="rId9"/>
          <a:stretch>
            <a:fillRect/>
          </a:stretch>
        </p:blipFill>
        <p:spPr>
          <a:xfrm>
            <a:off x="3264408" y="2926080"/>
            <a:ext cx="2615184" cy="1097280"/>
          </a:xfrm>
          <a:prstGeom prst="rect">
            <a:avLst/>
          </a:prstGeom>
        </p:spPr>
      </p:pic>
      <p:sp>
        <p:nvSpPr>
          <p:cNvPr id="29" name="Dlaždice Plán do dubna"/>
          <p:cNvSpPr/>
          <p:nvPr/>
        </p:nvSpPr>
        <p:spPr>
          <a:xfrm>
            <a:off x="6071616" y="2926080"/>
            <a:ext cx="2615184" cy="1097280"/>
          </a:xfrm>
          <a:prstGeom prst="roundRect">
            <a:avLst>
              <a:gd name="adj" fmla="val 10000"/>
            </a:avLst>
          </a:prstGeom>
          <a:solidFill>
            <a:schemeClr val="bg2"/>
          </a:solidFill>
          <a:ln w="12700">
            <a:solidFill>
              <a:schemeClr val="bg2"/>
            </a:solidFill>
            <a:prstDash val="solid"/>
          </a:ln>
        </p:spPr>
      </p:sp>
      <p:sp>
        <p:nvSpPr>
          <p:cNvPr id="30" name="Číslo dlaždice 6"/>
          <p:cNvSpPr/>
          <p:nvPr/>
        </p:nvSpPr>
        <p:spPr>
          <a:xfrm>
            <a:off x="6254496" y="3291840"/>
            <a:ext cx="365760" cy="365760"/>
          </a:xfrm>
          <a:prstGeom prst="ellipse">
            <a:avLst/>
          </a:prstGeom>
          <a:solidFill>
            <a:schemeClr val="accent2"/>
          </a:solidFill>
          <a:ln w="12700">
            <a:solidFill>
              <a:schemeClr val="accent2"/>
            </a:solidFill>
            <a:prstDash val="solid"/>
          </a:ln>
        </p:spPr>
      </p:sp>
      <p:sp>
        <p:nvSpPr>
          <p:cNvPr id="31" name="Číslo dlaždice 6 text"/>
          <p:cNvSpPr txBox="1"/>
          <p:nvPr/>
        </p:nvSpPr>
        <p:spPr>
          <a:xfrm>
            <a:off x="6254496" y="32918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dlaždice 6"/>
          <p:cNvSpPr txBox="1"/>
          <p:nvPr/>
        </p:nvSpPr>
        <p:spPr>
          <a:xfrm>
            <a:off x="6757416" y="3017520"/>
            <a:ext cx="1828800" cy="914400"/>
          </a:xfrm>
          <a:prstGeom prst="rect">
            <a:avLst/>
          </a:prstGeom>
          <a:noFill/>
          <a:ln/>
        </p:spPr>
        <p:txBody>
          <a:bodyPr wrap="square" lIns="0" tIns="0" rIns="0" bIns="0" rtlCol="0" anchor="ctr"/>
          <a:lstStyle/>
          <a:p>
            <a:pPr indent="0" marL="0">
              <a:buNone/>
            </a:pPr>
            <a:r>
              <a:rPr lang="en-US" sz="1600" b="1" dirty="0">
                <a:solidFill>
                  <a:schemeClr val="tx1"/>
                </a:solidFill>
              </a:rPr>
              <a:t>Plán do dubna</a:t>
            </a:r>
            <a:endParaRPr lang="en-US" sz="1600" dirty="0"/>
          </a:p>
        </p:txBody>
      </p:sp>
      <p:pic>
        <p:nvPicPr>
          <p:cNvPr id="33" name="Odkaz dlaždice 6" descr="Přejít: Plán do dubna">
            <a:hlinkClick r:id="rId12" tooltip="Přejít: Plán do dubna" action="ppaction://hlinksldjump"/>
          </p:cNvPr>
          <p:cNvPicPr>
            <a:picLocks noChangeAspect="1"/>
          </p:cNvPicPr>
          <p:nvPr/>
        </p:nvPicPr>
        <p:blipFill>
          <a:blip r:embed="rId11"/>
          <a:stretch>
            <a:fillRect/>
          </a:stretch>
        </p:blipFill>
        <p:spPr>
          <a:xfrm>
            <a:off x="6071616" y="2926080"/>
            <a:ext cx="2615184" cy="1097280"/>
          </a:xfrm>
          <a:prstGeom prst="rect">
            <a:avLst/>
          </a:prstGeom>
        </p:spPr>
      </p:pic>
      <p:sp>
        <p:nvSpPr>
          <p:cNvPr id="34"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35"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36" name="Nav odkaz Téma" descr="Přejít: Téma">
            <a:hlinkClick r:id="rId14" tooltip="Přejít: Téma" action="ppaction://hlinksldjump"/>
          </p:cNvPr>
          <p:cNvPicPr>
            <a:picLocks noChangeAspect="1"/>
          </p:cNvPicPr>
          <p:nvPr/>
        </p:nvPicPr>
        <p:blipFill>
          <a:blip r:embed="rId13"/>
          <a:stretch>
            <a:fillRect/>
          </a:stretch>
        </p:blipFill>
        <p:spPr>
          <a:xfrm>
            <a:off x="457200" y="4700016"/>
            <a:ext cx="914400" cy="256032"/>
          </a:xfrm>
          <a:prstGeom prst="rect">
            <a:avLst/>
          </a:prstGeom>
        </p:spPr>
      </p:pic>
      <p:sp>
        <p:nvSpPr>
          <p:cNvPr id="37"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38"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9" name="Nav odkaz Rozsah" descr="Přejít: Rozsah">
            <a:hlinkClick r:id="rId16" tooltip="Přejít: Rozsah" action="ppaction://hlinksldjump"/>
          </p:cNvPr>
          <p:cNvPicPr>
            <a:picLocks noChangeAspect="1"/>
          </p:cNvPicPr>
          <p:nvPr/>
        </p:nvPicPr>
        <p:blipFill>
          <a:blip r:embed="rId15"/>
          <a:stretch>
            <a:fillRect/>
          </a:stretch>
        </p:blipFill>
        <p:spPr>
          <a:xfrm>
            <a:off x="1426464" y="4700016"/>
            <a:ext cx="914400" cy="256032"/>
          </a:xfrm>
          <a:prstGeom prst="rect">
            <a:avLst/>
          </a:prstGeom>
        </p:spPr>
      </p:pic>
      <p:sp>
        <p:nvSpPr>
          <p:cNvPr id="40" name="Nav Technika"/>
          <p:cNvSpPr/>
          <p:nvPr/>
        </p:nvSpPr>
        <p:spPr>
          <a:xfrm>
            <a:off x="2395728" y="4700016"/>
            <a:ext cx="914400" cy="256032"/>
          </a:xfrm>
          <a:prstGeom prst="roundRect">
            <a:avLst>
              <a:gd name="adj" fmla="val 28571"/>
            </a:avLst>
          </a:prstGeom>
          <a:solidFill>
            <a:schemeClr val="bg2"/>
          </a:solidFill>
          <a:ln w="12700">
            <a:solidFill>
              <a:schemeClr val="bg2"/>
            </a:solidFill>
            <a:prstDash val="solid"/>
          </a:ln>
        </p:spPr>
      </p:sp>
      <p:sp>
        <p:nvSpPr>
          <p:cNvPr id="41"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Technika</a:t>
            </a:r>
            <a:endParaRPr lang="en-US" sz="1100" dirty="0"/>
          </a:p>
        </p:txBody>
      </p:sp>
      <p:pic>
        <p:nvPicPr>
          <p:cNvPr id="42" name="Nav odkaz Technika" descr="Přejít: Technika">
            <a:hlinkClick r:id="rId18" tooltip="Přejít: Technika" action="ppaction://hlinksldjump"/>
          </p:cNvPr>
          <p:cNvPicPr>
            <a:picLocks noChangeAspect="1"/>
          </p:cNvPicPr>
          <p:nvPr/>
        </p:nvPicPr>
        <p:blipFill>
          <a:blip r:embed="rId17"/>
          <a:stretch>
            <a:fillRect/>
          </a:stretch>
        </p:blipFill>
        <p:spPr>
          <a:xfrm>
            <a:off x="2395728" y="4700016"/>
            <a:ext cx="914400" cy="256032"/>
          </a:xfrm>
          <a:prstGeom prst="rect">
            <a:avLst/>
          </a:prstGeom>
        </p:spPr>
      </p:pic>
      <p:sp>
        <p:nvSpPr>
          <p:cNvPr id="43"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44"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45" name="Nav odkaz Ukázka" descr="Přejít: Ukázka">
            <a:hlinkClick r:id="rId20" tooltip="Přejít: Ukázka" action="ppaction://hlinksldjump"/>
          </p:cNvPr>
          <p:cNvPicPr>
            <a:picLocks noChangeAspect="1"/>
          </p:cNvPicPr>
          <p:nvPr/>
        </p:nvPicPr>
        <p:blipFill>
          <a:blip r:embed="rId19"/>
          <a:stretch>
            <a:fillRect/>
          </a:stretch>
        </p:blipFill>
        <p:spPr>
          <a:xfrm>
            <a:off x="3364992" y="4700016"/>
            <a:ext cx="914400" cy="256032"/>
          </a:xfrm>
          <a:prstGeom prst="rect">
            <a:avLst/>
          </a:prstGeom>
        </p:spPr>
      </p:pic>
      <p:sp>
        <p:nvSpPr>
          <p:cNvPr id="46"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47"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48" name="Nav odkaz Rizika" descr="Přejít: Rizika">
            <a:hlinkClick r:id="rId22" tooltip="Přejít: Rizika" action="ppaction://hlinksldjump"/>
          </p:cNvPr>
          <p:cNvPicPr>
            <a:picLocks noChangeAspect="1"/>
          </p:cNvPicPr>
          <p:nvPr/>
        </p:nvPicPr>
        <p:blipFill>
          <a:blip r:embed="rId21"/>
          <a:stretch>
            <a:fillRect/>
          </a:stretch>
        </p:blipFill>
        <p:spPr>
          <a:xfrm>
            <a:off x="4334256" y="4700016"/>
            <a:ext cx="914400" cy="256032"/>
          </a:xfrm>
          <a:prstGeom prst="rect">
            <a:avLst/>
          </a:prstGeom>
        </p:spPr>
      </p:pic>
      <p:sp>
        <p:nvSpPr>
          <p:cNvPr id="49"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50"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51" name="Nav odkaz Plán" descr="Přejít: Plán">
            <a:hlinkClick r:id="rId24" tooltip="Přejít: Plán" action="ppaction://hlinksldjump"/>
          </p:cNvPr>
          <p:cNvPicPr>
            <a:picLocks noChangeAspect="1"/>
          </p:cNvPicPr>
          <p:nvPr/>
        </p:nvPicPr>
        <p:blipFill>
          <a:blip r:embed="rId23"/>
          <a:stretch>
            <a:fillRect/>
          </a:stretch>
        </p:blipFill>
        <p:spPr>
          <a:xfrm>
            <a:off x="5303520" y="4700016"/>
            <a:ext cx="914400" cy="256032"/>
          </a:xfrm>
          <a:prstGeom prst="rect">
            <a:avLst/>
          </a:prstGeom>
        </p:spPr>
      </p:pic>
      <p:sp>
        <p:nvSpPr>
          <p:cNvPr id="52" name="Nav Otázky"/>
          <p:cNvSpPr/>
          <p:nvPr/>
        </p:nvSpPr>
        <p:spPr>
          <a:xfrm>
            <a:off x="6272784" y="4700016"/>
            <a:ext cx="914400" cy="256032"/>
          </a:xfrm>
          <a:prstGeom prst="roundRect">
            <a:avLst>
              <a:gd name="adj" fmla="val 28571"/>
            </a:avLst>
          </a:prstGeom>
          <a:solidFill>
            <a:schemeClr val="accent2"/>
          </a:solidFill>
          <a:ln w="12700">
            <a:solidFill>
              <a:schemeClr val="accent2"/>
            </a:solidFill>
            <a:prstDash val="solid"/>
          </a:ln>
        </p:spPr>
      </p:sp>
      <p:sp>
        <p:nvSpPr>
          <p:cNvPr id="53"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Otázky</a:t>
            </a:r>
            <a:endParaRPr lang="en-US" sz="1100" dirty="0"/>
          </a:p>
        </p:txBody>
      </p:sp>
      <p:pic>
        <p:nvPicPr>
          <p:cNvPr id="54" name="Nav odkaz Otázky" descr="Přejít: Otázky">
            <a:hlinkClick r:id="rId26" tooltip="Přejít: Otázky" action="ppaction://hlinksldjump"/>
          </p:cNvPr>
          <p:cNvPicPr>
            <a:picLocks noChangeAspect="1"/>
          </p:cNvPicPr>
          <p:nvPr/>
        </p:nvPicPr>
        <p:blipFill>
          <a:blip r:embed="rId25"/>
          <a:stretch>
            <a:fillRect/>
          </a:stretch>
        </p:blipFill>
        <p:spPr>
          <a:xfrm>
            <a:off x="6272784" y="4700016"/>
            <a:ext cx="914400" cy="256032"/>
          </a:xfrm>
          <a:prstGeom prst="rect">
            <a:avLst/>
          </a:prstGeom>
        </p:spPr>
      </p:pic>
      <p:sp>
        <p:nvSpPr>
          <p:cNvPr id="55"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8</a:t>
            </a:r>
            <a:endParaRPr lang="en-US" sz="11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Detail: prezentace (UI)</a:t>
            </a:r>
            <a:endParaRPr lang="en-US" sz="3400" dirty="0"/>
          </a:p>
        </p:txBody>
      </p:sp>
      <p:sp>
        <p:nvSpPr>
          <p:cNvPr id="3" name="Karta detail"/>
          <p:cNvSpPr/>
          <p:nvPr/>
        </p:nvSpPr>
        <p:spPr>
          <a:xfrm>
            <a:off x="457200" y="1188720"/>
            <a:ext cx="5120640" cy="2926080"/>
          </a:xfrm>
          <a:prstGeom prst="roundRect">
            <a:avLst>
              <a:gd name="adj" fmla="val 3750"/>
            </a:avLst>
          </a:prstGeom>
          <a:solidFill>
            <a:schemeClr val="bg2"/>
          </a:solidFill>
          <a:ln w="12700">
            <a:solidFill>
              <a:schemeClr val="bg2"/>
            </a:solidFill>
            <a:prstDash val="solid"/>
          </a:ln>
        </p:spPr>
      </p:sp>
      <p:sp>
        <p:nvSpPr>
          <p:cNvPr id="4" name="Tečka vrstvy"/>
          <p:cNvSpPr/>
          <p:nvPr/>
        </p:nvSpPr>
        <p:spPr>
          <a:xfrm>
            <a:off x="685800" y="1389888"/>
            <a:ext cx="237744" cy="237744"/>
          </a:xfrm>
          <a:prstGeom prst="ellipse">
            <a:avLst/>
          </a:prstGeom>
          <a:solidFill>
            <a:schemeClr val="accent2"/>
          </a:solidFill>
          <a:ln w="12700">
            <a:solidFill>
              <a:schemeClr val="accent2"/>
            </a:solidFill>
            <a:prstDash val="solid"/>
          </a:ln>
        </p:spPr>
      </p:sp>
      <p:sp>
        <p:nvSpPr>
          <p:cNvPr id="5" name="Název vrstvy"/>
          <p:cNvSpPr txBox="1"/>
          <p:nvPr/>
        </p:nvSpPr>
        <p:spPr>
          <a:xfrm>
            <a:off x="1051560" y="1325880"/>
            <a:ext cx="4389120" cy="365760"/>
          </a:xfrm>
          <a:prstGeom prst="rect">
            <a:avLst/>
          </a:prstGeom>
          <a:noFill/>
          <a:ln/>
        </p:spPr>
        <p:txBody>
          <a:bodyPr wrap="square" lIns="0" tIns="0" rIns="0" bIns="0" rtlCol="0" anchor="ctr"/>
          <a:lstStyle/>
          <a:p>
            <a:pPr indent="0" marL="0">
              <a:buNone/>
            </a:pPr>
            <a:r>
              <a:rPr lang="en-US" sz="1800" b="1" dirty="0">
                <a:solidFill>
                  <a:schemeClr val="tx1"/>
                </a:solidFill>
              </a:rPr>
              <a:t>Prezentace (UI)</a:t>
            </a:r>
            <a:endParaRPr lang="en-US" sz="1800" dirty="0"/>
          </a:p>
        </p:txBody>
      </p:sp>
      <p:sp>
        <p:nvSpPr>
          <p:cNvPr id="6" name="Seznam detail"/>
          <p:cNvSpPr txBox="1"/>
          <p:nvPr/>
        </p:nvSpPr>
        <p:spPr>
          <a:xfrm>
            <a:off x="685800" y="1783080"/>
            <a:ext cx="4663440" cy="2240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Menu, pauza, obchody a dialogy: IMGUI (OnGUI)</a:t>
            </a:r>
            <a:endParaRPr lang="en-US" sz="1600" dirty="0"/>
          </a:p>
          <a:p>
            <a:pPr marL="342900" indent="-342900">
              <a:spcAft>
                <a:spcPts val="800"/>
              </a:spcAft>
              <a:buSzPct val="100000"/>
              <a:buChar char="•"/>
            </a:pPr>
            <a:r>
              <a:rPr lang="en-US" sz="1600" dirty="0">
                <a:solidFill>
                  <a:schemeClr val="tx1"/>
                </a:solidFill>
              </a:rPr>
              <a:t>HUD a minimapa: runtime uGUI</a:t>
            </a:r>
            <a:endParaRPr lang="en-US" sz="1600" dirty="0"/>
          </a:p>
          <a:p>
            <a:pPr marL="342900" indent="-342900">
              <a:spcAft>
                <a:spcPts val="800"/>
              </a:spcAft>
              <a:buSzPct val="100000"/>
              <a:buChar char="•"/>
            </a:pPr>
            <a:r>
              <a:rPr lang="en-US" sz="1600" dirty="0">
                <a:solidFill>
                  <a:schemeClr val="tx1"/>
                </a:solidFill>
              </a:rPr>
              <a:t>Kruhová minimapa s kompasem a šipkou k cíli</a:t>
            </a:r>
            <a:endParaRPr lang="en-US" sz="1600" dirty="0"/>
          </a:p>
          <a:p>
            <a:pPr marL="342900" indent="-342900">
              <a:spcAft>
                <a:spcPts val="800"/>
              </a:spcAft>
              <a:buSzPct val="100000"/>
              <a:buChar char="•"/>
            </a:pPr>
            <a:r>
              <a:rPr lang="en-US" sz="1600" dirty="0">
                <a:solidFill>
                  <a:schemeClr val="tx1"/>
                </a:solidFill>
              </a:rPr>
              <a:t>Čeština a angličtina přes jednu třídu Loc</a:t>
            </a:r>
            <a:endParaRPr lang="en-US" sz="1600" dirty="0"/>
          </a:p>
        </p:txBody>
      </p:sp>
      <p:sp>
        <p:nvSpPr>
          <p:cNvPr id="7" name="Nadpis tříd"/>
          <p:cNvSpPr txBox="1"/>
          <p:nvPr/>
        </p:nvSpPr>
        <p:spPr>
          <a:xfrm>
            <a:off x="5852160" y="1188720"/>
            <a:ext cx="2834640" cy="320040"/>
          </a:xfrm>
          <a:prstGeom prst="rect">
            <a:avLst/>
          </a:prstGeom>
          <a:noFill/>
          <a:ln/>
        </p:spPr>
        <p:txBody>
          <a:bodyPr wrap="square" lIns="0" tIns="0" rIns="0" bIns="0" rtlCol="0" anchor="ctr"/>
          <a:lstStyle/>
          <a:p>
            <a:pPr indent="0" marL="0">
              <a:buNone/>
            </a:pPr>
            <a:r>
              <a:rPr lang="en-US" sz="1600" b="1" dirty="0">
                <a:solidFill>
                  <a:schemeClr val="accent2"/>
                </a:solidFill>
              </a:rPr>
              <a:t>Hlavní třídy a soubory</a:t>
            </a:r>
            <a:endParaRPr lang="en-US" sz="1600" dirty="0"/>
          </a:p>
        </p:txBody>
      </p:sp>
      <p:sp>
        <p:nvSpPr>
          <p:cNvPr id="8" name="Třída HUDCounter"/>
          <p:cNvSpPr/>
          <p:nvPr/>
        </p:nvSpPr>
        <p:spPr>
          <a:xfrm>
            <a:off x="5852160" y="1600200"/>
            <a:ext cx="2834640" cy="310896"/>
          </a:xfrm>
          <a:prstGeom prst="roundRect">
            <a:avLst>
              <a:gd name="adj" fmla="val 23529"/>
            </a:avLst>
          </a:prstGeom>
          <a:solidFill>
            <a:schemeClr val="bg2"/>
          </a:solidFill>
          <a:ln w="12700">
            <a:solidFill>
              <a:schemeClr val="bg2"/>
            </a:solidFill>
            <a:prstDash val="solid"/>
          </a:ln>
        </p:spPr>
      </p:sp>
      <p:sp>
        <p:nvSpPr>
          <p:cNvPr id="9" name="Třída text HUDCounter"/>
          <p:cNvSpPr txBox="1"/>
          <p:nvPr/>
        </p:nvSpPr>
        <p:spPr>
          <a:xfrm>
            <a:off x="5943600" y="1600200"/>
            <a:ext cx="2651760" cy="310896"/>
          </a:xfrm>
          <a:prstGeom prst="rect">
            <a:avLst/>
          </a:prstGeom>
          <a:noFill/>
          <a:ln/>
        </p:spPr>
        <p:txBody>
          <a:bodyPr wrap="square" lIns="0" tIns="0" rIns="0" bIns="0" rtlCol="0" anchor="ctr"/>
          <a:lstStyle/>
          <a:p>
            <a:pPr indent="0" marL="0">
              <a:buNone/>
            </a:pPr>
            <a:r>
              <a:rPr lang="en-US" sz="1400" dirty="0">
                <a:solidFill>
                  <a:schemeClr val="tx1"/>
                </a:solidFill>
              </a:rPr>
              <a:t>HUDCounter</a:t>
            </a:r>
            <a:endParaRPr lang="en-US" sz="1400" dirty="0"/>
          </a:p>
        </p:txBody>
      </p:sp>
      <p:sp>
        <p:nvSpPr>
          <p:cNvPr id="10" name="Třída MinimapUIRenderer"/>
          <p:cNvSpPr/>
          <p:nvPr/>
        </p:nvSpPr>
        <p:spPr>
          <a:xfrm>
            <a:off x="5852160" y="1984248"/>
            <a:ext cx="2834640" cy="310896"/>
          </a:xfrm>
          <a:prstGeom prst="roundRect">
            <a:avLst>
              <a:gd name="adj" fmla="val 23529"/>
            </a:avLst>
          </a:prstGeom>
          <a:solidFill>
            <a:schemeClr val="bg2"/>
          </a:solidFill>
          <a:ln w="12700">
            <a:solidFill>
              <a:schemeClr val="bg2"/>
            </a:solidFill>
            <a:prstDash val="solid"/>
          </a:ln>
        </p:spPr>
      </p:sp>
      <p:sp>
        <p:nvSpPr>
          <p:cNvPr id="11" name="Třída text MinimapUIRenderer"/>
          <p:cNvSpPr txBox="1"/>
          <p:nvPr/>
        </p:nvSpPr>
        <p:spPr>
          <a:xfrm>
            <a:off x="5943600" y="1984248"/>
            <a:ext cx="2651760" cy="310896"/>
          </a:xfrm>
          <a:prstGeom prst="rect">
            <a:avLst/>
          </a:prstGeom>
          <a:noFill/>
          <a:ln/>
        </p:spPr>
        <p:txBody>
          <a:bodyPr wrap="square" lIns="0" tIns="0" rIns="0" bIns="0" rtlCol="0" anchor="ctr"/>
          <a:lstStyle/>
          <a:p>
            <a:pPr indent="0" marL="0">
              <a:buNone/>
            </a:pPr>
            <a:r>
              <a:rPr lang="en-US" sz="1400" dirty="0">
                <a:solidFill>
                  <a:schemeClr val="tx1"/>
                </a:solidFill>
              </a:rPr>
              <a:t>MinimapUIRenderer</a:t>
            </a:r>
            <a:endParaRPr lang="en-US" sz="1400" dirty="0"/>
          </a:p>
        </p:txBody>
      </p:sp>
      <p:sp>
        <p:nvSpPr>
          <p:cNvPr id="12" name="Třída MainMenuManager"/>
          <p:cNvSpPr/>
          <p:nvPr/>
        </p:nvSpPr>
        <p:spPr>
          <a:xfrm>
            <a:off x="5852160" y="2368296"/>
            <a:ext cx="2834640" cy="310896"/>
          </a:xfrm>
          <a:prstGeom prst="roundRect">
            <a:avLst>
              <a:gd name="adj" fmla="val 23529"/>
            </a:avLst>
          </a:prstGeom>
          <a:solidFill>
            <a:schemeClr val="bg2"/>
          </a:solidFill>
          <a:ln w="12700">
            <a:solidFill>
              <a:schemeClr val="bg2"/>
            </a:solidFill>
            <a:prstDash val="solid"/>
          </a:ln>
        </p:spPr>
      </p:sp>
      <p:sp>
        <p:nvSpPr>
          <p:cNvPr id="13" name="Třída text MainMenuManager"/>
          <p:cNvSpPr txBox="1"/>
          <p:nvPr/>
        </p:nvSpPr>
        <p:spPr>
          <a:xfrm>
            <a:off x="5943600" y="2368296"/>
            <a:ext cx="2651760" cy="310896"/>
          </a:xfrm>
          <a:prstGeom prst="rect">
            <a:avLst/>
          </a:prstGeom>
          <a:noFill/>
          <a:ln/>
        </p:spPr>
        <p:txBody>
          <a:bodyPr wrap="square" lIns="0" tIns="0" rIns="0" bIns="0" rtlCol="0" anchor="ctr"/>
          <a:lstStyle/>
          <a:p>
            <a:pPr indent="0" marL="0">
              <a:buNone/>
            </a:pPr>
            <a:r>
              <a:rPr lang="en-US" sz="1400" dirty="0">
                <a:solidFill>
                  <a:schemeClr val="tx1"/>
                </a:solidFill>
              </a:rPr>
              <a:t>MainMenuManager</a:t>
            </a:r>
            <a:endParaRPr lang="en-US" sz="1400" dirty="0"/>
          </a:p>
        </p:txBody>
      </p:sp>
      <p:sp>
        <p:nvSpPr>
          <p:cNvPr id="14" name="Třída PauseMenu"/>
          <p:cNvSpPr/>
          <p:nvPr/>
        </p:nvSpPr>
        <p:spPr>
          <a:xfrm>
            <a:off x="5852160" y="2752344"/>
            <a:ext cx="2834640" cy="310896"/>
          </a:xfrm>
          <a:prstGeom prst="roundRect">
            <a:avLst>
              <a:gd name="adj" fmla="val 23529"/>
            </a:avLst>
          </a:prstGeom>
          <a:solidFill>
            <a:schemeClr val="bg2"/>
          </a:solidFill>
          <a:ln w="12700">
            <a:solidFill>
              <a:schemeClr val="bg2"/>
            </a:solidFill>
            <a:prstDash val="solid"/>
          </a:ln>
        </p:spPr>
      </p:sp>
      <p:sp>
        <p:nvSpPr>
          <p:cNvPr id="15" name="Třída text PauseMenu"/>
          <p:cNvSpPr txBox="1"/>
          <p:nvPr/>
        </p:nvSpPr>
        <p:spPr>
          <a:xfrm>
            <a:off x="5943600" y="2752344"/>
            <a:ext cx="2651760" cy="310896"/>
          </a:xfrm>
          <a:prstGeom prst="rect">
            <a:avLst/>
          </a:prstGeom>
          <a:noFill/>
          <a:ln/>
        </p:spPr>
        <p:txBody>
          <a:bodyPr wrap="square" lIns="0" tIns="0" rIns="0" bIns="0" rtlCol="0" anchor="ctr"/>
          <a:lstStyle/>
          <a:p>
            <a:pPr indent="0" marL="0">
              <a:buNone/>
            </a:pPr>
            <a:r>
              <a:rPr lang="en-US" sz="1400" dirty="0">
                <a:solidFill>
                  <a:schemeClr val="tx1"/>
                </a:solidFill>
              </a:rPr>
              <a:t>PauseMenu</a:t>
            </a:r>
            <a:endParaRPr lang="en-US" sz="1400" dirty="0"/>
          </a:p>
        </p:txBody>
      </p:sp>
      <p:sp>
        <p:nvSpPr>
          <p:cNvPr id="16" name="Třída ShopUI"/>
          <p:cNvSpPr/>
          <p:nvPr/>
        </p:nvSpPr>
        <p:spPr>
          <a:xfrm>
            <a:off x="5852160" y="3136392"/>
            <a:ext cx="2834640" cy="310896"/>
          </a:xfrm>
          <a:prstGeom prst="roundRect">
            <a:avLst>
              <a:gd name="adj" fmla="val 23529"/>
            </a:avLst>
          </a:prstGeom>
          <a:solidFill>
            <a:schemeClr val="bg2"/>
          </a:solidFill>
          <a:ln w="12700">
            <a:solidFill>
              <a:schemeClr val="bg2"/>
            </a:solidFill>
            <a:prstDash val="solid"/>
          </a:ln>
        </p:spPr>
      </p:sp>
      <p:sp>
        <p:nvSpPr>
          <p:cNvPr id="17" name="Třída text ShopUI"/>
          <p:cNvSpPr txBox="1"/>
          <p:nvPr/>
        </p:nvSpPr>
        <p:spPr>
          <a:xfrm>
            <a:off x="5943600" y="3136392"/>
            <a:ext cx="2651760" cy="310896"/>
          </a:xfrm>
          <a:prstGeom prst="rect">
            <a:avLst/>
          </a:prstGeom>
          <a:noFill/>
          <a:ln/>
        </p:spPr>
        <p:txBody>
          <a:bodyPr wrap="square" lIns="0" tIns="0" rIns="0" bIns="0" rtlCol="0" anchor="ctr"/>
          <a:lstStyle/>
          <a:p>
            <a:pPr indent="0" marL="0">
              <a:buNone/>
            </a:pPr>
            <a:r>
              <a:rPr lang="en-US" sz="1400" dirty="0">
                <a:solidFill>
                  <a:schemeClr val="tx1"/>
                </a:solidFill>
              </a:rPr>
              <a:t>ShopUI</a:t>
            </a:r>
            <a:endParaRPr lang="en-US" sz="1400" dirty="0"/>
          </a:p>
        </p:txBody>
      </p:sp>
      <p:sp>
        <p:nvSpPr>
          <p:cNvPr id="18" name="Třída MapScreen"/>
          <p:cNvSpPr/>
          <p:nvPr/>
        </p:nvSpPr>
        <p:spPr>
          <a:xfrm>
            <a:off x="5852160" y="3520440"/>
            <a:ext cx="2834640" cy="310896"/>
          </a:xfrm>
          <a:prstGeom prst="roundRect">
            <a:avLst>
              <a:gd name="adj" fmla="val 23529"/>
            </a:avLst>
          </a:prstGeom>
          <a:solidFill>
            <a:schemeClr val="bg2"/>
          </a:solidFill>
          <a:ln w="12700">
            <a:solidFill>
              <a:schemeClr val="bg2"/>
            </a:solidFill>
            <a:prstDash val="solid"/>
          </a:ln>
        </p:spPr>
      </p:sp>
      <p:sp>
        <p:nvSpPr>
          <p:cNvPr id="19" name="Třída text MapScreen"/>
          <p:cNvSpPr txBox="1"/>
          <p:nvPr/>
        </p:nvSpPr>
        <p:spPr>
          <a:xfrm>
            <a:off x="5943600" y="3520440"/>
            <a:ext cx="2651760" cy="310896"/>
          </a:xfrm>
          <a:prstGeom prst="rect">
            <a:avLst/>
          </a:prstGeom>
          <a:noFill/>
          <a:ln/>
        </p:spPr>
        <p:txBody>
          <a:bodyPr wrap="square" lIns="0" tIns="0" rIns="0" bIns="0" rtlCol="0" anchor="ctr"/>
          <a:lstStyle/>
          <a:p>
            <a:pPr indent="0" marL="0">
              <a:buNone/>
            </a:pPr>
            <a:r>
              <a:rPr lang="en-US" sz="1400" dirty="0">
                <a:solidFill>
                  <a:schemeClr val="tx1"/>
                </a:solidFill>
              </a:rPr>
              <a:t>MapScreen</a:t>
            </a:r>
            <a:endParaRPr lang="en-US" sz="1400" dirty="0"/>
          </a:p>
        </p:txBody>
      </p:sp>
      <p:sp>
        <p:nvSpPr>
          <p:cNvPr id="20" name="Třída DeathScreen"/>
          <p:cNvSpPr/>
          <p:nvPr/>
        </p:nvSpPr>
        <p:spPr>
          <a:xfrm>
            <a:off x="5852160" y="3904488"/>
            <a:ext cx="2834640" cy="310896"/>
          </a:xfrm>
          <a:prstGeom prst="roundRect">
            <a:avLst>
              <a:gd name="adj" fmla="val 23529"/>
            </a:avLst>
          </a:prstGeom>
          <a:solidFill>
            <a:schemeClr val="bg2"/>
          </a:solidFill>
          <a:ln w="12700">
            <a:solidFill>
              <a:schemeClr val="bg2"/>
            </a:solidFill>
            <a:prstDash val="solid"/>
          </a:ln>
        </p:spPr>
      </p:sp>
      <p:sp>
        <p:nvSpPr>
          <p:cNvPr id="21" name="Třída text DeathScreen"/>
          <p:cNvSpPr txBox="1"/>
          <p:nvPr/>
        </p:nvSpPr>
        <p:spPr>
          <a:xfrm>
            <a:off x="5943600" y="3904488"/>
            <a:ext cx="2651760" cy="310896"/>
          </a:xfrm>
          <a:prstGeom prst="rect">
            <a:avLst/>
          </a:prstGeom>
          <a:noFill/>
          <a:ln/>
        </p:spPr>
        <p:txBody>
          <a:bodyPr wrap="square" lIns="0" tIns="0" rIns="0" bIns="0" rtlCol="0" anchor="ctr"/>
          <a:lstStyle/>
          <a:p>
            <a:pPr indent="0" marL="0">
              <a:buNone/>
            </a:pPr>
            <a:r>
              <a:rPr lang="en-US" sz="1400" dirty="0">
                <a:solidFill>
                  <a:schemeClr val="tx1"/>
                </a:solidFill>
              </a:rPr>
              <a:t>DeathScreen</a:t>
            </a:r>
            <a:endParaRPr lang="en-US" sz="1400" dirty="0"/>
          </a:p>
        </p:txBody>
      </p:sp>
      <p:sp>
        <p:nvSpPr>
          <p:cNvPr id="22" name="Tlačítko zpět"/>
          <p:cNvSpPr/>
          <p:nvPr/>
        </p:nvSpPr>
        <p:spPr>
          <a:xfrm>
            <a:off x="457200" y="4224528"/>
            <a:ext cx="2560320" cy="365760"/>
          </a:xfrm>
          <a:prstGeom prst="roundRect">
            <a:avLst>
              <a:gd name="adj" fmla="val 25000"/>
            </a:avLst>
          </a:prstGeom>
          <a:solidFill>
            <a:schemeClr val="accent2"/>
          </a:solidFill>
          <a:ln w="12700">
            <a:solidFill>
              <a:schemeClr val="accent2"/>
            </a:solidFill>
            <a:prstDash val="solid"/>
          </a:ln>
        </p:spPr>
      </p:sp>
      <p:sp>
        <p:nvSpPr>
          <p:cNvPr id="23" name="Tlačítko zpět text"/>
          <p:cNvSpPr txBox="1"/>
          <p:nvPr/>
        </p:nvSpPr>
        <p:spPr>
          <a:xfrm>
            <a:off x="457200" y="4224528"/>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 Zpět na architekturu</a:t>
            </a:r>
            <a:endParaRPr lang="en-US" sz="1400" dirty="0"/>
          </a:p>
        </p:txBody>
      </p:sp>
      <p:pic>
        <p:nvPicPr>
          <p:cNvPr id="24" name="Odkaz zpět" descr="Zpět na architekturu">
            <a:hlinkClick r:id="rId2" tooltip="Zpět na architekturu" action="ppaction://hlinksldjump"/>
          </p:cNvPr>
          <p:cNvPicPr>
            <a:picLocks noChangeAspect="1"/>
          </p:cNvPicPr>
          <p:nvPr/>
        </p:nvPicPr>
        <p:blipFill>
          <a:blip r:embed="rId1"/>
          <a:stretch>
            <a:fillRect/>
          </a:stretch>
        </p:blipFill>
        <p:spPr>
          <a:xfrm>
            <a:off x="457200" y="4224528"/>
            <a:ext cx="2560320" cy="365760"/>
          </a:xfrm>
          <a:prstGeom prst="rect">
            <a:avLst/>
          </a:prstGeom>
        </p:spPr>
      </p:pic>
      <p:sp>
        <p:nvSpPr>
          <p:cNvPr id="25"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6"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7" name="Nav odkaz Téma" descr="Přejít: Téma">
            <a:hlinkClick r:id="rId4" tooltip="Přejít: Téma" action="ppaction://hlinksldjump"/>
          </p:cNvPr>
          <p:cNvPicPr>
            <a:picLocks noChangeAspect="1"/>
          </p:cNvPicPr>
          <p:nvPr/>
        </p:nvPicPr>
        <p:blipFill>
          <a:blip r:embed="rId3"/>
          <a:stretch>
            <a:fillRect/>
          </a:stretch>
        </p:blipFill>
        <p:spPr>
          <a:xfrm>
            <a:off x="457200" y="4700016"/>
            <a:ext cx="914400" cy="256032"/>
          </a:xfrm>
          <a:prstGeom prst="rect">
            <a:avLst/>
          </a:prstGeom>
        </p:spPr>
      </p:pic>
      <p:sp>
        <p:nvSpPr>
          <p:cNvPr id="28"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29"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30" name="Nav odkaz Rozsah" descr="Přejít: Rozsah">
            <a:hlinkClick r:id="rId6" tooltip="Přejít: Rozsah" action="ppaction://hlinksldjump"/>
          </p:cNvPr>
          <p:cNvPicPr>
            <a:picLocks noChangeAspect="1"/>
          </p:cNvPicPr>
          <p:nvPr/>
        </p:nvPicPr>
        <p:blipFill>
          <a:blip r:embed="rId5"/>
          <a:stretch>
            <a:fillRect/>
          </a:stretch>
        </p:blipFill>
        <p:spPr>
          <a:xfrm>
            <a:off x="1426464" y="4700016"/>
            <a:ext cx="914400" cy="256032"/>
          </a:xfrm>
          <a:prstGeom prst="rect">
            <a:avLst/>
          </a:prstGeom>
        </p:spPr>
      </p:pic>
      <p:sp>
        <p:nvSpPr>
          <p:cNvPr id="31" name="Nav Technika"/>
          <p:cNvSpPr/>
          <p:nvPr/>
        </p:nvSpPr>
        <p:spPr>
          <a:xfrm>
            <a:off x="2395728" y="4700016"/>
            <a:ext cx="914400" cy="256032"/>
          </a:xfrm>
          <a:prstGeom prst="roundRect">
            <a:avLst>
              <a:gd name="adj" fmla="val 28571"/>
            </a:avLst>
          </a:prstGeom>
          <a:solidFill>
            <a:schemeClr val="accent2"/>
          </a:solidFill>
          <a:ln w="12700">
            <a:solidFill>
              <a:schemeClr val="accent2"/>
            </a:solidFill>
            <a:prstDash val="solid"/>
          </a:ln>
        </p:spPr>
      </p:sp>
      <p:sp>
        <p:nvSpPr>
          <p:cNvPr id="32"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Technika</a:t>
            </a:r>
            <a:endParaRPr lang="en-US" sz="1100" dirty="0"/>
          </a:p>
        </p:txBody>
      </p:sp>
      <p:pic>
        <p:nvPicPr>
          <p:cNvPr id="33" name="Nav odkaz Technika" descr="Přejít: Technika">
            <a:hlinkClick r:id="rId8" tooltip="Přejít: Technika" action="ppaction://hlinksldjump"/>
          </p:cNvPr>
          <p:cNvPicPr>
            <a:picLocks noChangeAspect="1"/>
          </p:cNvPicPr>
          <p:nvPr/>
        </p:nvPicPr>
        <p:blipFill>
          <a:blip r:embed="rId7"/>
          <a:stretch>
            <a:fillRect/>
          </a:stretch>
        </p:blipFill>
        <p:spPr>
          <a:xfrm>
            <a:off x="2395728" y="4700016"/>
            <a:ext cx="914400" cy="256032"/>
          </a:xfrm>
          <a:prstGeom prst="rect">
            <a:avLst/>
          </a:prstGeom>
        </p:spPr>
      </p:pic>
      <p:sp>
        <p:nvSpPr>
          <p:cNvPr id="34"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5"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6" name="Nav odkaz Ukázka" descr="Přejít: Ukázka">
            <a:hlinkClick r:id="rId10" tooltip="Přejít: Ukázka" action="ppaction://hlinksldjump"/>
          </p:cNvPr>
          <p:cNvPicPr>
            <a:picLocks noChangeAspect="1"/>
          </p:cNvPicPr>
          <p:nvPr/>
        </p:nvPicPr>
        <p:blipFill>
          <a:blip r:embed="rId9"/>
          <a:stretch>
            <a:fillRect/>
          </a:stretch>
        </p:blipFill>
        <p:spPr>
          <a:xfrm>
            <a:off x="3364992" y="4700016"/>
            <a:ext cx="914400" cy="256032"/>
          </a:xfrm>
          <a:prstGeom prst="rect">
            <a:avLst/>
          </a:prstGeom>
        </p:spPr>
      </p:pic>
      <p:sp>
        <p:nvSpPr>
          <p:cNvPr id="37"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8"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39" name="Nav odkaz Rizika" descr="Přejít: Rizika">
            <a:hlinkClick r:id="rId12" tooltip="Přejít: Rizika" action="ppaction://hlinksldjump"/>
          </p:cNvPr>
          <p:cNvPicPr>
            <a:picLocks noChangeAspect="1"/>
          </p:cNvPicPr>
          <p:nvPr/>
        </p:nvPicPr>
        <p:blipFill>
          <a:blip r:embed="rId11"/>
          <a:stretch>
            <a:fillRect/>
          </a:stretch>
        </p:blipFill>
        <p:spPr>
          <a:xfrm>
            <a:off x="4334256" y="4700016"/>
            <a:ext cx="914400" cy="256032"/>
          </a:xfrm>
          <a:prstGeom prst="rect">
            <a:avLst/>
          </a:prstGeom>
        </p:spPr>
      </p:pic>
      <p:sp>
        <p:nvSpPr>
          <p:cNvPr id="40"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41"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2" name="Nav odkaz Plán" descr="Přejít: Plán">
            <a:hlinkClick r:id="rId14" tooltip="Přejít: Plán" action="ppaction://hlinksldjump"/>
          </p:cNvPr>
          <p:cNvPicPr>
            <a:picLocks noChangeAspect="1"/>
          </p:cNvPicPr>
          <p:nvPr/>
        </p:nvPicPr>
        <p:blipFill>
          <a:blip r:embed="rId13"/>
          <a:stretch>
            <a:fillRect/>
          </a:stretch>
        </p:blipFill>
        <p:spPr>
          <a:xfrm>
            <a:off x="5303520" y="4700016"/>
            <a:ext cx="914400" cy="256032"/>
          </a:xfrm>
          <a:prstGeom prst="rect">
            <a:avLst/>
          </a:prstGeom>
        </p:spPr>
      </p:pic>
      <p:sp>
        <p:nvSpPr>
          <p:cNvPr id="43"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4"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5" name="Nav odkaz Otázky" descr="Přejít: Otázky">
            <a:hlinkClick r:id="rId16" tooltip="Přejít: Otázky" action="ppaction://hlinksldjump"/>
          </p:cNvPr>
          <p:cNvPicPr>
            <a:picLocks noChangeAspect="1"/>
          </p:cNvPicPr>
          <p:nvPr/>
        </p:nvPicPr>
        <p:blipFill>
          <a:blip r:embed="rId15"/>
          <a:stretch>
            <a:fillRect/>
          </a:stretch>
        </p:blipFill>
        <p:spPr>
          <a:xfrm>
            <a:off x="6272784" y="4700016"/>
            <a:ext cx="914400" cy="256032"/>
          </a:xfrm>
          <a:prstGeom prst="rect">
            <a:avLst/>
          </a:prstGeom>
        </p:spPr>
      </p:pic>
      <p:sp>
        <p:nvSpPr>
          <p:cNvPr id="46"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4</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Detail: herní logika</a:t>
            </a:r>
            <a:endParaRPr lang="en-US" sz="3400" dirty="0"/>
          </a:p>
        </p:txBody>
      </p:sp>
      <p:sp>
        <p:nvSpPr>
          <p:cNvPr id="3" name="Karta detail"/>
          <p:cNvSpPr/>
          <p:nvPr/>
        </p:nvSpPr>
        <p:spPr>
          <a:xfrm>
            <a:off x="457200" y="1188720"/>
            <a:ext cx="5120640" cy="2926080"/>
          </a:xfrm>
          <a:prstGeom prst="roundRect">
            <a:avLst>
              <a:gd name="adj" fmla="val 3750"/>
            </a:avLst>
          </a:prstGeom>
          <a:solidFill>
            <a:schemeClr val="bg2"/>
          </a:solidFill>
          <a:ln w="12700">
            <a:solidFill>
              <a:schemeClr val="bg2"/>
            </a:solidFill>
            <a:prstDash val="solid"/>
          </a:ln>
        </p:spPr>
      </p:sp>
      <p:sp>
        <p:nvSpPr>
          <p:cNvPr id="4" name="Tečka vrstvy"/>
          <p:cNvSpPr/>
          <p:nvPr/>
        </p:nvSpPr>
        <p:spPr>
          <a:xfrm>
            <a:off x="685800" y="1389888"/>
            <a:ext cx="237744" cy="237744"/>
          </a:xfrm>
          <a:prstGeom prst="ellipse">
            <a:avLst/>
          </a:prstGeom>
          <a:solidFill>
            <a:schemeClr val="accent2"/>
          </a:solidFill>
          <a:ln w="12700">
            <a:solidFill>
              <a:schemeClr val="accent2"/>
            </a:solidFill>
            <a:prstDash val="solid"/>
          </a:ln>
        </p:spPr>
      </p:sp>
      <p:sp>
        <p:nvSpPr>
          <p:cNvPr id="5" name="Název vrstvy"/>
          <p:cNvSpPr txBox="1"/>
          <p:nvPr/>
        </p:nvSpPr>
        <p:spPr>
          <a:xfrm>
            <a:off x="1051560" y="1325880"/>
            <a:ext cx="4389120" cy="365760"/>
          </a:xfrm>
          <a:prstGeom prst="rect">
            <a:avLst/>
          </a:prstGeom>
          <a:noFill/>
          <a:ln/>
        </p:spPr>
        <p:txBody>
          <a:bodyPr wrap="square" lIns="0" tIns="0" rIns="0" bIns="0" rtlCol="0" anchor="ctr"/>
          <a:lstStyle/>
          <a:p>
            <a:pPr indent="0" marL="0">
              <a:buNone/>
            </a:pPr>
            <a:r>
              <a:rPr lang="en-US" sz="1800" b="1" dirty="0">
                <a:solidFill>
                  <a:schemeClr val="tx1"/>
                </a:solidFill>
              </a:rPr>
              <a:t>Herní logika</a:t>
            </a:r>
            <a:endParaRPr lang="en-US" sz="1800" dirty="0"/>
          </a:p>
        </p:txBody>
      </p:sp>
      <p:sp>
        <p:nvSpPr>
          <p:cNvPr id="6" name="Seznam detail"/>
          <p:cNvSpPr txBox="1"/>
          <p:nvPr/>
        </p:nvSpPr>
        <p:spPr>
          <a:xfrm>
            <a:off x="685800" y="1783080"/>
            <a:ext cx="4663440" cy="2240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Svět z dlaždic se generuje jen kolem hráče (28 × 28)</a:t>
            </a:r>
            <a:endParaRPr lang="en-US" sz="1600" dirty="0"/>
          </a:p>
          <a:p>
            <a:pPr marL="342900" indent="-342900">
              <a:spcAft>
                <a:spcPts val="800"/>
              </a:spcAft>
              <a:buSzPct val="100000"/>
              <a:buChar char="•"/>
            </a:pPr>
            <a:r>
              <a:rPr lang="en-US" sz="1600" dirty="0">
                <a:solidFill>
                  <a:schemeClr val="tx1"/>
                </a:solidFill>
              </a:rPr>
              <a:t>Ostrovy: organický tvar, molo, maják, 40 % nepřátelských</a:t>
            </a:r>
            <a:endParaRPr lang="en-US" sz="1600" dirty="0"/>
          </a:p>
          <a:p>
            <a:pPr marL="342900" indent="-342900">
              <a:spcAft>
                <a:spcPts val="800"/>
              </a:spcAft>
              <a:buSzPct val="100000"/>
              <a:buChar char="•"/>
            </a:pPr>
            <a:r>
              <a:rPr lang="en-US" sz="1600" dirty="0">
                <a:solidFill>
                  <a:schemeClr val="tx1"/>
                </a:solidFill>
              </a:rPr>
              <a:t>Souboje: piráti, děla ostrovů, boss</a:t>
            </a:r>
            <a:endParaRPr lang="en-US" sz="1600" dirty="0"/>
          </a:p>
          <a:p>
            <a:pPr marL="342900" indent="-342900">
              <a:spcAft>
                <a:spcPts val="800"/>
              </a:spcAft>
              <a:buSzPct val="100000"/>
              <a:buChar char="•"/>
            </a:pPr>
            <a:r>
              <a:rPr lang="en-US" sz="1600" dirty="0">
                <a:solidFill>
                  <a:schemeClr val="tx1"/>
                </a:solidFill>
              </a:rPr>
              <a:t>Příběh: tři mega ostrovy a dva konce</a:t>
            </a:r>
            <a:endParaRPr lang="en-US" sz="1600" dirty="0"/>
          </a:p>
          <a:p>
            <a:pPr marL="342900" indent="-342900">
              <a:spcAft>
                <a:spcPts val="800"/>
              </a:spcAft>
              <a:buSzPct val="100000"/>
              <a:buChar char="•"/>
            </a:pPr>
            <a:r>
              <a:rPr lang="en-US" sz="1600" dirty="0">
                <a:solidFill>
                  <a:schemeClr val="tx1"/>
                </a:solidFill>
              </a:rPr>
              <a:t>Maják: výkupna a obchody ve vlastní scéně</a:t>
            </a:r>
            <a:endParaRPr lang="en-US" sz="1600" dirty="0"/>
          </a:p>
        </p:txBody>
      </p:sp>
      <p:sp>
        <p:nvSpPr>
          <p:cNvPr id="7" name="Nadpis tříd"/>
          <p:cNvSpPr txBox="1"/>
          <p:nvPr/>
        </p:nvSpPr>
        <p:spPr>
          <a:xfrm>
            <a:off x="5852160" y="1188720"/>
            <a:ext cx="2834640" cy="320040"/>
          </a:xfrm>
          <a:prstGeom prst="rect">
            <a:avLst/>
          </a:prstGeom>
          <a:noFill/>
          <a:ln/>
        </p:spPr>
        <p:txBody>
          <a:bodyPr wrap="square" lIns="0" tIns="0" rIns="0" bIns="0" rtlCol="0" anchor="ctr"/>
          <a:lstStyle/>
          <a:p>
            <a:pPr indent="0" marL="0">
              <a:buNone/>
            </a:pPr>
            <a:r>
              <a:rPr lang="en-US" sz="1600" b="1" dirty="0">
                <a:solidFill>
                  <a:schemeClr val="accent2"/>
                </a:solidFill>
              </a:rPr>
              <a:t>Hlavní třídy a soubory</a:t>
            </a:r>
            <a:endParaRPr lang="en-US" sz="1600" dirty="0"/>
          </a:p>
        </p:txBody>
      </p:sp>
      <p:sp>
        <p:nvSpPr>
          <p:cNvPr id="8" name="Třída GridManager"/>
          <p:cNvSpPr/>
          <p:nvPr/>
        </p:nvSpPr>
        <p:spPr>
          <a:xfrm>
            <a:off x="5852160" y="1600200"/>
            <a:ext cx="2834640" cy="310896"/>
          </a:xfrm>
          <a:prstGeom prst="roundRect">
            <a:avLst>
              <a:gd name="adj" fmla="val 23529"/>
            </a:avLst>
          </a:prstGeom>
          <a:solidFill>
            <a:schemeClr val="bg2"/>
          </a:solidFill>
          <a:ln w="12700">
            <a:solidFill>
              <a:schemeClr val="bg2"/>
            </a:solidFill>
            <a:prstDash val="solid"/>
          </a:ln>
        </p:spPr>
      </p:sp>
      <p:sp>
        <p:nvSpPr>
          <p:cNvPr id="9" name="Třída text GridManager"/>
          <p:cNvSpPr txBox="1"/>
          <p:nvPr/>
        </p:nvSpPr>
        <p:spPr>
          <a:xfrm>
            <a:off x="5943600" y="1600200"/>
            <a:ext cx="2651760" cy="310896"/>
          </a:xfrm>
          <a:prstGeom prst="rect">
            <a:avLst/>
          </a:prstGeom>
          <a:noFill/>
          <a:ln/>
        </p:spPr>
        <p:txBody>
          <a:bodyPr wrap="square" lIns="0" tIns="0" rIns="0" bIns="0" rtlCol="0" anchor="ctr"/>
          <a:lstStyle/>
          <a:p>
            <a:pPr indent="0" marL="0">
              <a:buNone/>
            </a:pPr>
            <a:r>
              <a:rPr lang="en-US" sz="1400" dirty="0">
                <a:solidFill>
                  <a:schemeClr val="tx1"/>
                </a:solidFill>
              </a:rPr>
              <a:t>GridManager</a:t>
            </a:r>
            <a:endParaRPr lang="en-US" sz="1400" dirty="0"/>
          </a:p>
        </p:txBody>
      </p:sp>
      <p:sp>
        <p:nvSpPr>
          <p:cNvPr id="10" name="Třída PlayerController"/>
          <p:cNvSpPr/>
          <p:nvPr/>
        </p:nvSpPr>
        <p:spPr>
          <a:xfrm>
            <a:off x="5852160" y="1984248"/>
            <a:ext cx="2834640" cy="310896"/>
          </a:xfrm>
          <a:prstGeom prst="roundRect">
            <a:avLst>
              <a:gd name="adj" fmla="val 23529"/>
            </a:avLst>
          </a:prstGeom>
          <a:solidFill>
            <a:schemeClr val="bg2"/>
          </a:solidFill>
          <a:ln w="12700">
            <a:solidFill>
              <a:schemeClr val="bg2"/>
            </a:solidFill>
            <a:prstDash val="solid"/>
          </a:ln>
        </p:spPr>
      </p:sp>
      <p:sp>
        <p:nvSpPr>
          <p:cNvPr id="11" name="Třída text PlayerController"/>
          <p:cNvSpPr txBox="1"/>
          <p:nvPr/>
        </p:nvSpPr>
        <p:spPr>
          <a:xfrm>
            <a:off x="5943600" y="1984248"/>
            <a:ext cx="2651760" cy="310896"/>
          </a:xfrm>
          <a:prstGeom prst="rect">
            <a:avLst/>
          </a:prstGeom>
          <a:noFill/>
          <a:ln/>
        </p:spPr>
        <p:txBody>
          <a:bodyPr wrap="square" lIns="0" tIns="0" rIns="0" bIns="0" rtlCol="0" anchor="ctr"/>
          <a:lstStyle/>
          <a:p>
            <a:pPr indent="0" marL="0">
              <a:buNone/>
            </a:pPr>
            <a:r>
              <a:rPr lang="en-US" sz="1400" dirty="0">
                <a:solidFill>
                  <a:schemeClr val="tx1"/>
                </a:solidFill>
              </a:rPr>
              <a:t>PlayerController</a:t>
            </a:r>
            <a:endParaRPr lang="en-US" sz="1400" dirty="0"/>
          </a:p>
        </p:txBody>
      </p:sp>
      <p:sp>
        <p:nvSpPr>
          <p:cNvPr id="12" name="Třída CombatDirector"/>
          <p:cNvSpPr/>
          <p:nvPr/>
        </p:nvSpPr>
        <p:spPr>
          <a:xfrm>
            <a:off x="5852160" y="2368296"/>
            <a:ext cx="2834640" cy="310896"/>
          </a:xfrm>
          <a:prstGeom prst="roundRect">
            <a:avLst>
              <a:gd name="adj" fmla="val 23529"/>
            </a:avLst>
          </a:prstGeom>
          <a:solidFill>
            <a:schemeClr val="bg2"/>
          </a:solidFill>
          <a:ln w="12700">
            <a:solidFill>
              <a:schemeClr val="bg2"/>
            </a:solidFill>
            <a:prstDash val="solid"/>
          </a:ln>
        </p:spPr>
      </p:sp>
      <p:sp>
        <p:nvSpPr>
          <p:cNvPr id="13" name="Třída text CombatDirector"/>
          <p:cNvSpPr txBox="1"/>
          <p:nvPr/>
        </p:nvSpPr>
        <p:spPr>
          <a:xfrm>
            <a:off x="5943600" y="2368296"/>
            <a:ext cx="2651760" cy="310896"/>
          </a:xfrm>
          <a:prstGeom prst="rect">
            <a:avLst/>
          </a:prstGeom>
          <a:noFill/>
          <a:ln/>
        </p:spPr>
        <p:txBody>
          <a:bodyPr wrap="square" lIns="0" tIns="0" rIns="0" bIns="0" rtlCol="0" anchor="ctr"/>
          <a:lstStyle/>
          <a:p>
            <a:pPr indent="0" marL="0">
              <a:buNone/>
            </a:pPr>
            <a:r>
              <a:rPr lang="en-US" sz="1400" dirty="0">
                <a:solidFill>
                  <a:schemeClr val="tx1"/>
                </a:solidFill>
              </a:rPr>
              <a:t>CombatDirector</a:t>
            </a:r>
            <a:endParaRPr lang="en-US" sz="1400" dirty="0"/>
          </a:p>
        </p:txBody>
      </p:sp>
      <p:sp>
        <p:nvSpPr>
          <p:cNvPr id="14" name="Třída PirateShip"/>
          <p:cNvSpPr/>
          <p:nvPr/>
        </p:nvSpPr>
        <p:spPr>
          <a:xfrm>
            <a:off x="5852160" y="2752344"/>
            <a:ext cx="2834640" cy="310896"/>
          </a:xfrm>
          <a:prstGeom prst="roundRect">
            <a:avLst>
              <a:gd name="adj" fmla="val 23529"/>
            </a:avLst>
          </a:prstGeom>
          <a:solidFill>
            <a:schemeClr val="bg2"/>
          </a:solidFill>
          <a:ln w="12700">
            <a:solidFill>
              <a:schemeClr val="bg2"/>
            </a:solidFill>
            <a:prstDash val="solid"/>
          </a:ln>
        </p:spPr>
      </p:sp>
      <p:sp>
        <p:nvSpPr>
          <p:cNvPr id="15" name="Třída text PirateShip"/>
          <p:cNvSpPr txBox="1"/>
          <p:nvPr/>
        </p:nvSpPr>
        <p:spPr>
          <a:xfrm>
            <a:off x="5943600" y="2752344"/>
            <a:ext cx="2651760" cy="310896"/>
          </a:xfrm>
          <a:prstGeom prst="rect">
            <a:avLst/>
          </a:prstGeom>
          <a:noFill/>
          <a:ln/>
        </p:spPr>
        <p:txBody>
          <a:bodyPr wrap="square" lIns="0" tIns="0" rIns="0" bIns="0" rtlCol="0" anchor="ctr"/>
          <a:lstStyle/>
          <a:p>
            <a:pPr indent="0" marL="0">
              <a:buNone/>
            </a:pPr>
            <a:r>
              <a:rPr lang="en-US" sz="1400" dirty="0">
                <a:solidFill>
                  <a:schemeClr val="tx1"/>
                </a:solidFill>
              </a:rPr>
              <a:t>PirateShip</a:t>
            </a:r>
            <a:endParaRPr lang="en-US" sz="1400" dirty="0"/>
          </a:p>
        </p:txBody>
      </p:sp>
      <p:sp>
        <p:nvSpPr>
          <p:cNvPr id="16" name="Třída StoryNpc"/>
          <p:cNvSpPr/>
          <p:nvPr/>
        </p:nvSpPr>
        <p:spPr>
          <a:xfrm>
            <a:off x="5852160" y="3136392"/>
            <a:ext cx="2834640" cy="310896"/>
          </a:xfrm>
          <a:prstGeom prst="roundRect">
            <a:avLst>
              <a:gd name="adj" fmla="val 23529"/>
            </a:avLst>
          </a:prstGeom>
          <a:solidFill>
            <a:schemeClr val="bg2"/>
          </a:solidFill>
          <a:ln w="12700">
            <a:solidFill>
              <a:schemeClr val="bg2"/>
            </a:solidFill>
            <a:prstDash val="solid"/>
          </a:ln>
        </p:spPr>
      </p:sp>
      <p:sp>
        <p:nvSpPr>
          <p:cNvPr id="17" name="Třída text StoryNpc"/>
          <p:cNvSpPr txBox="1"/>
          <p:nvPr/>
        </p:nvSpPr>
        <p:spPr>
          <a:xfrm>
            <a:off x="5943600" y="3136392"/>
            <a:ext cx="2651760" cy="310896"/>
          </a:xfrm>
          <a:prstGeom prst="rect">
            <a:avLst/>
          </a:prstGeom>
          <a:noFill/>
          <a:ln/>
        </p:spPr>
        <p:txBody>
          <a:bodyPr wrap="square" lIns="0" tIns="0" rIns="0" bIns="0" rtlCol="0" anchor="ctr"/>
          <a:lstStyle/>
          <a:p>
            <a:pPr indent="0" marL="0">
              <a:buNone/>
            </a:pPr>
            <a:r>
              <a:rPr lang="en-US" sz="1400" dirty="0">
                <a:solidFill>
                  <a:schemeClr val="tx1"/>
                </a:solidFill>
              </a:rPr>
              <a:t>StoryNpc</a:t>
            </a:r>
            <a:endParaRPr lang="en-US" sz="1400" dirty="0"/>
          </a:p>
        </p:txBody>
      </p:sp>
      <p:sp>
        <p:nvSpPr>
          <p:cNvPr id="18" name="Třída LighthouseManager"/>
          <p:cNvSpPr/>
          <p:nvPr/>
        </p:nvSpPr>
        <p:spPr>
          <a:xfrm>
            <a:off x="5852160" y="3520440"/>
            <a:ext cx="2834640" cy="310896"/>
          </a:xfrm>
          <a:prstGeom prst="roundRect">
            <a:avLst>
              <a:gd name="adj" fmla="val 23529"/>
            </a:avLst>
          </a:prstGeom>
          <a:solidFill>
            <a:schemeClr val="bg2"/>
          </a:solidFill>
          <a:ln w="12700">
            <a:solidFill>
              <a:schemeClr val="bg2"/>
            </a:solidFill>
            <a:prstDash val="solid"/>
          </a:ln>
        </p:spPr>
      </p:sp>
      <p:sp>
        <p:nvSpPr>
          <p:cNvPr id="19" name="Třída text LighthouseManager"/>
          <p:cNvSpPr txBox="1"/>
          <p:nvPr/>
        </p:nvSpPr>
        <p:spPr>
          <a:xfrm>
            <a:off x="5943600" y="3520440"/>
            <a:ext cx="2651760" cy="310896"/>
          </a:xfrm>
          <a:prstGeom prst="rect">
            <a:avLst/>
          </a:prstGeom>
          <a:noFill/>
          <a:ln/>
        </p:spPr>
        <p:txBody>
          <a:bodyPr wrap="square" lIns="0" tIns="0" rIns="0" bIns="0" rtlCol="0" anchor="ctr"/>
          <a:lstStyle/>
          <a:p>
            <a:pPr indent="0" marL="0">
              <a:buNone/>
            </a:pPr>
            <a:r>
              <a:rPr lang="en-US" sz="1400" dirty="0">
                <a:solidFill>
                  <a:schemeClr val="tx1"/>
                </a:solidFill>
              </a:rPr>
              <a:t>LighthouseManager</a:t>
            </a:r>
            <a:endParaRPr lang="en-US" sz="1400" dirty="0"/>
          </a:p>
        </p:txBody>
      </p:sp>
      <p:sp>
        <p:nvSpPr>
          <p:cNvPr id="20" name="Tlačítko zpět"/>
          <p:cNvSpPr/>
          <p:nvPr/>
        </p:nvSpPr>
        <p:spPr>
          <a:xfrm>
            <a:off x="457200" y="4224528"/>
            <a:ext cx="2560320" cy="365760"/>
          </a:xfrm>
          <a:prstGeom prst="roundRect">
            <a:avLst>
              <a:gd name="adj" fmla="val 25000"/>
            </a:avLst>
          </a:prstGeom>
          <a:solidFill>
            <a:schemeClr val="accent2"/>
          </a:solidFill>
          <a:ln w="12700">
            <a:solidFill>
              <a:schemeClr val="accent2"/>
            </a:solidFill>
            <a:prstDash val="solid"/>
          </a:ln>
        </p:spPr>
      </p:sp>
      <p:sp>
        <p:nvSpPr>
          <p:cNvPr id="21" name="Tlačítko zpět text"/>
          <p:cNvSpPr txBox="1"/>
          <p:nvPr/>
        </p:nvSpPr>
        <p:spPr>
          <a:xfrm>
            <a:off x="457200" y="4224528"/>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 Zpět na architekturu</a:t>
            </a:r>
            <a:endParaRPr lang="en-US" sz="1400" dirty="0"/>
          </a:p>
        </p:txBody>
      </p:sp>
      <p:pic>
        <p:nvPicPr>
          <p:cNvPr id="22" name="Odkaz zpět" descr="Zpět na architekturu">
            <a:hlinkClick r:id="rId2" tooltip="Zpět na architekturu" action="ppaction://hlinksldjump"/>
          </p:cNvPr>
          <p:cNvPicPr>
            <a:picLocks noChangeAspect="1"/>
          </p:cNvPicPr>
          <p:nvPr/>
        </p:nvPicPr>
        <p:blipFill>
          <a:blip r:embed="rId1"/>
          <a:stretch>
            <a:fillRect/>
          </a:stretch>
        </p:blipFill>
        <p:spPr>
          <a:xfrm>
            <a:off x="457200" y="4224528"/>
            <a:ext cx="2560320" cy="365760"/>
          </a:xfrm>
          <a:prstGeom prst="rect">
            <a:avLst/>
          </a:prstGeom>
        </p:spPr>
      </p:pic>
      <p:sp>
        <p:nvSpPr>
          <p:cNvPr id="23"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4"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5" name="Nav odkaz Téma" descr="Přejít: Téma">
            <a:hlinkClick r:id="rId4" tooltip="Přejít: Téma" action="ppaction://hlinksldjump"/>
          </p:cNvPr>
          <p:cNvPicPr>
            <a:picLocks noChangeAspect="1"/>
          </p:cNvPicPr>
          <p:nvPr/>
        </p:nvPicPr>
        <p:blipFill>
          <a:blip r:embed="rId3"/>
          <a:stretch>
            <a:fillRect/>
          </a:stretch>
        </p:blipFill>
        <p:spPr>
          <a:xfrm>
            <a:off x="457200" y="4700016"/>
            <a:ext cx="914400" cy="256032"/>
          </a:xfrm>
          <a:prstGeom prst="rect">
            <a:avLst/>
          </a:prstGeom>
        </p:spPr>
      </p:pic>
      <p:sp>
        <p:nvSpPr>
          <p:cNvPr id="26"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27"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28" name="Nav odkaz Rozsah" descr="Přejít: Rozsah">
            <a:hlinkClick r:id="rId6" tooltip="Přejít: Rozsah" action="ppaction://hlinksldjump"/>
          </p:cNvPr>
          <p:cNvPicPr>
            <a:picLocks noChangeAspect="1"/>
          </p:cNvPicPr>
          <p:nvPr/>
        </p:nvPicPr>
        <p:blipFill>
          <a:blip r:embed="rId5"/>
          <a:stretch>
            <a:fillRect/>
          </a:stretch>
        </p:blipFill>
        <p:spPr>
          <a:xfrm>
            <a:off x="1426464" y="4700016"/>
            <a:ext cx="914400" cy="256032"/>
          </a:xfrm>
          <a:prstGeom prst="rect">
            <a:avLst/>
          </a:prstGeom>
        </p:spPr>
      </p:pic>
      <p:sp>
        <p:nvSpPr>
          <p:cNvPr id="29" name="Nav Technika"/>
          <p:cNvSpPr/>
          <p:nvPr/>
        </p:nvSpPr>
        <p:spPr>
          <a:xfrm>
            <a:off x="2395728" y="4700016"/>
            <a:ext cx="914400" cy="256032"/>
          </a:xfrm>
          <a:prstGeom prst="roundRect">
            <a:avLst>
              <a:gd name="adj" fmla="val 28571"/>
            </a:avLst>
          </a:prstGeom>
          <a:solidFill>
            <a:schemeClr val="accent2"/>
          </a:solidFill>
          <a:ln w="12700">
            <a:solidFill>
              <a:schemeClr val="accent2"/>
            </a:solidFill>
            <a:prstDash val="solid"/>
          </a:ln>
        </p:spPr>
      </p:sp>
      <p:sp>
        <p:nvSpPr>
          <p:cNvPr id="30"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Technika</a:t>
            </a:r>
            <a:endParaRPr lang="en-US" sz="1100" dirty="0"/>
          </a:p>
        </p:txBody>
      </p:sp>
      <p:pic>
        <p:nvPicPr>
          <p:cNvPr id="31" name="Nav odkaz Technika" descr="Přejít: Technika">
            <a:hlinkClick r:id="rId8" tooltip="Přejít: Technika" action="ppaction://hlinksldjump"/>
          </p:cNvPr>
          <p:cNvPicPr>
            <a:picLocks noChangeAspect="1"/>
          </p:cNvPicPr>
          <p:nvPr/>
        </p:nvPicPr>
        <p:blipFill>
          <a:blip r:embed="rId7"/>
          <a:stretch>
            <a:fillRect/>
          </a:stretch>
        </p:blipFill>
        <p:spPr>
          <a:xfrm>
            <a:off x="2395728" y="4700016"/>
            <a:ext cx="914400" cy="256032"/>
          </a:xfrm>
          <a:prstGeom prst="rect">
            <a:avLst/>
          </a:prstGeom>
        </p:spPr>
      </p:pic>
      <p:sp>
        <p:nvSpPr>
          <p:cNvPr id="32"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3"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4" name="Nav odkaz Ukázka" descr="Přejít: Ukázka">
            <a:hlinkClick r:id="rId10" tooltip="Přejít: Ukázka" action="ppaction://hlinksldjump"/>
          </p:cNvPr>
          <p:cNvPicPr>
            <a:picLocks noChangeAspect="1"/>
          </p:cNvPicPr>
          <p:nvPr/>
        </p:nvPicPr>
        <p:blipFill>
          <a:blip r:embed="rId9"/>
          <a:stretch>
            <a:fillRect/>
          </a:stretch>
        </p:blipFill>
        <p:spPr>
          <a:xfrm>
            <a:off x="3364992" y="4700016"/>
            <a:ext cx="914400" cy="256032"/>
          </a:xfrm>
          <a:prstGeom prst="rect">
            <a:avLst/>
          </a:prstGeom>
        </p:spPr>
      </p:pic>
      <p:sp>
        <p:nvSpPr>
          <p:cNvPr id="35"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6"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37" name="Nav odkaz Rizika" descr="Přejít: Rizika">
            <a:hlinkClick r:id="rId12" tooltip="Přejít: Rizika" action="ppaction://hlinksldjump"/>
          </p:cNvPr>
          <p:cNvPicPr>
            <a:picLocks noChangeAspect="1"/>
          </p:cNvPicPr>
          <p:nvPr/>
        </p:nvPicPr>
        <p:blipFill>
          <a:blip r:embed="rId11"/>
          <a:stretch>
            <a:fillRect/>
          </a:stretch>
        </p:blipFill>
        <p:spPr>
          <a:xfrm>
            <a:off x="4334256" y="4700016"/>
            <a:ext cx="914400" cy="256032"/>
          </a:xfrm>
          <a:prstGeom prst="rect">
            <a:avLst/>
          </a:prstGeom>
        </p:spPr>
      </p:pic>
      <p:sp>
        <p:nvSpPr>
          <p:cNvPr id="38"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39"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40" name="Nav odkaz Plán" descr="Přejít: Plán">
            <a:hlinkClick r:id="rId14" tooltip="Přejít: Plán" action="ppaction://hlinksldjump"/>
          </p:cNvPr>
          <p:cNvPicPr>
            <a:picLocks noChangeAspect="1"/>
          </p:cNvPicPr>
          <p:nvPr/>
        </p:nvPicPr>
        <p:blipFill>
          <a:blip r:embed="rId13"/>
          <a:stretch>
            <a:fillRect/>
          </a:stretch>
        </p:blipFill>
        <p:spPr>
          <a:xfrm>
            <a:off x="5303520" y="4700016"/>
            <a:ext cx="914400" cy="256032"/>
          </a:xfrm>
          <a:prstGeom prst="rect">
            <a:avLst/>
          </a:prstGeom>
        </p:spPr>
      </p:pic>
      <p:sp>
        <p:nvSpPr>
          <p:cNvPr id="41"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2"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3" name="Nav odkaz Otázky" descr="Přejít: Otázky">
            <a:hlinkClick r:id="rId16" tooltip="Přejít: Otázky" action="ppaction://hlinksldjump"/>
          </p:cNvPr>
          <p:cNvPicPr>
            <a:picLocks noChangeAspect="1"/>
          </p:cNvPicPr>
          <p:nvPr/>
        </p:nvPicPr>
        <p:blipFill>
          <a:blip r:embed="rId15"/>
          <a:stretch>
            <a:fillRect/>
          </a:stretch>
        </p:blipFill>
        <p:spPr>
          <a:xfrm>
            <a:off x="6272784" y="4700016"/>
            <a:ext cx="914400" cy="256032"/>
          </a:xfrm>
          <a:prstGeom prst="rect">
            <a:avLst/>
          </a:prstGeom>
        </p:spPr>
      </p:pic>
      <p:sp>
        <p:nvSpPr>
          <p:cNvPr id="44"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4</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Detail: stav hry</a:t>
            </a:r>
            <a:endParaRPr lang="en-US" sz="3400" dirty="0"/>
          </a:p>
        </p:txBody>
      </p:sp>
      <p:sp>
        <p:nvSpPr>
          <p:cNvPr id="3" name="Karta detail"/>
          <p:cNvSpPr/>
          <p:nvPr/>
        </p:nvSpPr>
        <p:spPr>
          <a:xfrm>
            <a:off x="457200" y="1188720"/>
            <a:ext cx="5120640" cy="2926080"/>
          </a:xfrm>
          <a:prstGeom prst="roundRect">
            <a:avLst>
              <a:gd name="adj" fmla="val 3750"/>
            </a:avLst>
          </a:prstGeom>
          <a:solidFill>
            <a:schemeClr val="bg2"/>
          </a:solidFill>
          <a:ln w="12700">
            <a:solidFill>
              <a:schemeClr val="bg2"/>
            </a:solidFill>
            <a:prstDash val="solid"/>
          </a:ln>
        </p:spPr>
      </p:sp>
      <p:sp>
        <p:nvSpPr>
          <p:cNvPr id="4" name="Tečka vrstvy"/>
          <p:cNvSpPr/>
          <p:nvPr/>
        </p:nvSpPr>
        <p:spPr>
          <a:xfrm>
            <a:off x="685800" y="1389888"/>
            <a:ext cx="237744" cy="237744"/>
          </a:xfrm>
          <a:prstGeom prst="ellipse">
            <a:avLst/>
          </a:prstGeom>
          <a:solidFill>
            <a:schemeClr val="accent1"/>
          </a:solidFill>
          <a:ln w="12700">
            <a:solidFill>
              <a:schemeClr val="accent1"/>
            </a:solidFill>
            <a:prstDash val="solid"/>
          </a:ln>
        </p:spPr>
      </p:sp>
      <p:sp>
        <p:nvSpPr>
          <p:cNvPr id="5" name="Název vrstvy"/>
          <p:cNvSpPr txBox="1"/>
          <p:nvPr/>
        </p:nvSpPr>
        <p:spPr>
          <a:xfrm>
            <a:off x="1051560" y="1325880"/>
            <a:ext cx="4389120" cy="365760"/>
          </a:xfrm>
          <a:prstGeom prst="rect">
            <a:avLst/>
          </a:prstGeom>
          <a:noFill/>
          <a:ln/>
        </p:spPr>
        <p:txBody>
          <a:bodyPr wrap="square" lIns="0" tIns="0" rIns="0" bIns="0" rtlCol="0" anchor="ctr"/>
          <a:lstStyle/>
          <a:p>
            <a:pPr indent="0" marL="0">
              <a:buNone/>
            </a:pPr>
            <a:r>
              <a:rPr lang="en-US" sz="1800" b="1" dirty="0">
                <a:solidFill>
                  <a:schemeClr val="tx1"/>
                </a:solidFill>
              </a:rPr>
              <a:t>Stav hry</a:t>
            </a:r>
            <a:endParaRPr lang="en-US" sz="1800" dirty="0"/>
          </a:p>
        </p:txBody>
      </p:sp>
      <p:sp>
        <p:nvSpPr>
          <p:cNvPr id="6" name="Seznam detail"/>
          <p:cNvSpPr txBox="1"/>
          <p:nvPr/>
        </p:nvSpPr>
        <p:spPr>
          <a:xfrm>
            <a:off x="685800" y="1783080"/>
            <a:ext cx="4663440" cy="2240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Veškerý ukládaný stav je v jednom objektu GameData</a:t>
            </a:r>
            <a:endParaRPr lang="en-US" sz="1600" dirty="0"/>
          </a:p>
          <a:p>
            <a:pPr marL="342900" indent="-342900">
              <a:spcAft>
                <a:spcPts val="800"/>
              </a:spcAft>
              <a:buSzPct val="100000"/>
              <a:buChar char="•"/>
            </a:pPr>
            <a:r>
              <a:rPr lang="en-US" sz="1600" dirty="0">
                <a:solidFill>
                  <a:schemeClr val="tx1"/>
                </a:solidFill>
              </a:rPr>
              <a:t>GameSession přežije přechod mezi scénami</a:t>
            </a:r>
            <a:endParaRPr lang="en-US" sz="1600" dirty="0"/>
          </a:p>
          <a:p>
            <a:pPr marL="342900" indent="-342900">
              <a:spcAft>
                <a:spcPts val="800"/>
              </a:spcAft>
              <a:buSzPct val="100000"/>
              <a:buChar char="•"/>
            </a:pPr>
            <a:r>
              <a:rPr lang="en-US" sz="1600" dirty="0">
                <a:solidFill>
                  <a:schemeClr val="tx1"/>
                </a:solidFill>
              </a:rPr>
              <a:t>Čísla ekonomiky na jednom místě (EconomyConfig)</a:t>
            </a:r>
            <a:endParaRPr lang="en-US" sz="1600" dirty="0"/>
          </a:p>
          <a:p>
            <a:pPr marL="342900" indent="-342900">
              <a:spcAft>
                <a:spcPts val="800"/>
              </a:spcAft>
              <a:buSzPct val="100000"/>
              <a:buChar char="•"/>
            </a:pPr>
            <a:r>
              <a:rPr lang="en-US" sz="1600" dirty="0">
                <a:solidFill>
                  <a:schemeClr val="tx1"/>
                </a:solidFill>
              </a:rPr>
              <a:t>Staré savy zůstanou čitelné: hodnoty TileType se nepřečíslovávají</a:t>
            </a:r>
            <a:endParaRPr lang="en-US" sz="1600" dirty="0"/>
          </a:p>
        </p:txBody>
      </p:sp>
      <p:sp>
        <p:nvSpPr>
          <p:cNvPr id="7" name="Nadpis tříd"/>
          <p:cNvSpPr txBox="1"/>
          <p:nvPr/>
        </p:nvSpPr>
        <p:spPr>
          <a:xfrm>
            <a:off x="5852160" y="1188720"/>
            <a:ext cx="2834640" cy="320040"/>
          </a:xfrm>
          <a:prstGeom prst="rect">
            <a:avLst/>
          </a:prstGeom>
          <a:noFill/>
          <a:ln/>
        </p:spPr>
        <p:txBody>
          <a:bodyPr wrap="square" lIns="0" tIns="0" rIns="0" bIns="0" rtlCol="0" anchor="ctr"/>
          <a:lstStyle/>
          <a:p>
            <a:pPr indent="0" marL="0">
              <a:buNone/>
            </a:pPr>
            <a:r>
              <a:rPr lang="en-US" sz="1600" b="1" dirty="0">
                <a:solidFill>
                  <a:schemeClr val="accent2"/>
                </a:solidFill>
              </a:rPr>
              <a:t>Hlavní třídy a soubory</a:t>
            </a:r>
            <a:endParaRPr lang="en-US" sz="1600" dirty="0"/>
          </a:p>
        </p:txBody>
      </p:sp>
      <p:sp>
        <p:nvSpPr>
          <p:cNvPr id="8" name="Třída GameSession"/>
          <p:cNvSpPr/>
          <p:nvPr/>
        </p:nvSpPr>
        <p:spPr>
          <a:xfrm>
            <a:off x="5852160" y="1600200"/>
            <a:ext cx="2834640" cy="310896"/>
          </a:xfrm>
          <a:prstGeom prst="roundRect">
            <a:avLst>
              <a:gd name="adj" fmla="val 23529"/>
            </a:avLst>
          </a:prstGeom>
          <a:solidFill>
            <a:schemeClr val="bg2"/>
          </a:solidFill>
          <a:ln w="12700">
            <a:solidFill>
              <a:schemeClr val="bg2"/>
            </a:solidFill>
            <a:prstDash val="solid"/>
          </a:ln>
        </p:spPr>
      </p:sp>
      <p:sp>
        <p:nvSpPr>
          <p:cNvPr id="9" name="Třída text GameSession"/>
          <p:cNvSpPr txBox="1"/>
          <p:nvPr/>
        </p:nvSpPr>
        <p:spPr>
          <a:xfrm>
            <a:off x="5943600" y="1600200"/>
            <a:ext cx="2651760" cy="310896"/>
          </a:xfrm>
          <a:prstGeom prst="rect">
            <a:avLst/>
          </a:prstGeom>
          <a:noFill/>
          <a:ln/>
        </p:spPr>
        <p:txBody>
          <a:bodyPr wrap="square" lIns="0" tIns="0" rIns="0" bIns="0" rtlCol="0" anchor="ctr"/>
          <a:lstStyle/>
          <a:p>
            <a:pPr indent="0" marL="0">
              <a:buNone/>
            </a:pPr>
            <a:r>
              <a:rPr lang="en-US" sz="1400" dirty="0">
                <a:solidFill>
                  <a:schemeClr val="tx1"/>
                </a:solidFill>
              </a:rPr>
              <a:t>GameSession</a:t>
            </a:r>
            <a:endParaRPr lang="en-US" sz="1400" dirty="0"/>
          </a:p>
        </p:txBody>
      </p:sp>
      <p:sp>
        <p:nvSpPr>
          <p:cNvPr id="10" name="Třída GameData"/>
          <p:cNvSpPr/>
          <p:nvPr/>
        </p:nvSpPr>
        <p:spPr>
          <a:xfrm>
            <a:off x="5852160" y="1984248"/>
            <a:ext cx="2834640" cy="310896"/>
          </a:xfrm>
          <a:prstGeom prst="roundRect">
            <a:avLst>
              <a:gd name="adj" fmla="val 23529"/>
            </a:avLst>
          </a:prstGeom>
          <a:solidFill>
            <a:schemeClr val="bg2"/>
          </a:solidFill>
          <a:ln w="12700">
            <a:solidFill>
              <a:schemeClr val="bg2"/>
            </a:solidFill>
            <a:prstDash val="solid"/>
          </a:ln>
        </p:spPr>
      </p:sp>
      <p:sp>
        <p:nvSpPr>
          <p:cNvPr id="11" name="Třída text GameData"/>
          <p:cNvSpPr txBox="1"/>
          <p:nvPr/>
        </p:nvSpPr>
        <p:spPr>
          <a:xfrm>
            <a:off x="5943600" y="1984248"/>
            <a:ext cx="2651760" cy="310896"/>
          </a:xfrm>
          <a:prstGeom prst="rect">
            <a:avLst/>
          </a:prstGeom>
          <a:noFill/>
          <a:ln/>
        </p:spPr>
        <p:txBody>
          <a:bodyPr wrap="square" lIns="0" tIns="0" rIns="0" bIns="0" rtlCol="0" anchor="ctr"/>
          <a:lstStyle/>
          <a:p>
            <a:pPr indent="0" marL="0">
              <a:buNone/>
            </a:pPr>
            <a:r>
              <a:rPr lang="en-US" sz="1400" dirty="0">
                <a:solidFill>
                  <a:schemeClr val="tx1"/>
                </a:solidFill>
              </a:rPr>
              <a:t>GameData</a:t>
            </a:r>
            <a:endParaRPr lang="en-US" sz="1400" dirty="0"/>
          </a:p>
        </p:txBody>
      </p:sp>
      <p:sp>
        <p:nvSpPr>
          <p:cNvPr id="12" name="Třída EconomyConfig"/>
          <p:cNvSpPr/>
          <p:nvPr/>
        </p:nvSpPr>
        <p:spPr>
          <a:xfrm>
            <a:off x="5852160" y="2368296"/>
            <a:ext cx="2834640" cy="310896"/>
          </a:xfrm>
          <a:prstGeom prst="roundRect">
            <a:avLst>
              <a:gd name="adj" fmla="val 23529"/>
            </a:avLst>
          </a:prstGeom>
          <a:solidFill>
            <a:schemeClr val="bg2"/>
          </a:solidFill>
          <a:ln w="12700">
            <a:solidFill>
              <a:schemeClr val="bg2"/>
            </a:solidFill>
            <a:prstDash val="solid"/>
          </a:ln>
        </p:spPr>
      </p:sp>
      <p:sp>
        <p:nvSpPr>
          <p:cNvPr id="13" name="Třída text EconomyConfig"/>
          <p:cNvSpPr txBox="1"/>
          <p:nvPr/>
        </p:nvSpPr>
        <p:spPr>
          <a:xfrm>
            <a:off x="5943600" y="2368296"/>
            <a:ext cx="2651760" cy="310896"/>
          </a:xfrm>
          <a:prstGeom prst="rect">
            <a:avLst/>
          </a:prstGeom>
          <a:noFill/>
          <a:ln/>
        </p:spPr>
        <p:txBody>
          <a:bodyPr wrap="square" lIns="0" tIns="0" rIns="0" bIns="0" rtlCol="0" anchor="ctr"/>
          <a:lstStyle/>
          <a:p>
            <a:pPr indent="0" marL="0">
              <a:buNone/>
            </a:pPr>
            <a:r>
              <a:rPr lang="en-US" sz="1400" dirty="0">
                <a:solidFill>
                  <a:schemeClr val="tx1"/>
                </a:solidFill>
              </a:rPr>
              <a:t>EconomyConfig</a:t>
            </a:r>
            <a:endParaRPr lang="en-US" sz="1400" dirty="0"/>
          </a:p>
        </p:txBody>
      </p:sp>
      <p:sp>
        <p:nvSpPr>
          <p:cNvPr id="14" name="Třída TileType"/>
          <p:cNvSpPr/>
          <p:nvPr/>
        </p:nvSpPr>
        <p:spPr>
          <a:xfrm>
            <a:off x="5852160" y="2752344"/>
            <a:ext cx="2834640" cy="310896"/>
          </a:xfrm>
          <a:prstGeom prst="roundRect">
            <a:avLst>
              <a:gd name="adj" fmla="val 23529"/>
            </a:avLst>
          </a:prstGeom>
          <a:solidFill>
            <a:schemeClr val="bg2"/>
          </a:solidFill>
          <a:ln w="12700">
            <a:solidFill>
              <a:schemeClr val="bg2"/>
            </a:solidFill>
            <a:prstDash val="solid"/>
          </a:ln>
        </p:spPr>
      </p:sp>
      <p:sp>
        <p:nvSpPr>
          <p:cNvPr id="15" name="Třída text TileType"/>
          <p:cNvSpPr txBox="1"/>
          <p:nvPr/>
        </p:nvSpPr>
        <p:spPr>
          <a:xfrm>
            <a:off x="5943600" y="2752344"/>
            <a:ext cx="2651760" cy="310896"/>
          </a:xfrm>
          <a:prstGeom prst="rect">
            <a:avLst/>
          </a:prstGeom>
          <a:noFill/>
          <a:ln/>
        </p:spPr>
        <p:txBody>
          <a:bodyPr wrap="square" lIns="0" tIns="0" rIns="0" bIns="0" rtlCol="0" anchor="ctr"/>
          <a:lstStyle/>
          <a:p>
            <a:pPr indent="0" marL="0">
              <a:buNone/>
            </a:pPr>
            <a:r>
              <a:rPr lang="en-US" sz="1400" dirty="0">
                <a:solidFill>
                  <a:schemeClr val="tx1"/>
                </a:solidFill>
              </a:rPr>
              <a:t>TileType</a:t>
            </a:r>
            <a:endParaRPr lang="en-US" sz="1400" dirty="0"/>
          </a:p>
        </p:txBody>
      </p:sp>
      <p:sp>
        <p:nvSpPr>
          <p:cNvPr id="16" name="Tlačítko zpět"/>
          <p:cNvSpPr/>
          <p:nvPr/>
        </p:nvSpPr>
        <p:spPr>
          <a:xfrm>
            <a:off x="457200" y="4224528"/>
            <a:ext cx="2560320" cy="365760"/>
          </a:xfrm>
          <a:prstGeom prst="roundRect">
            <a:avLst>
              <a:gd name="adj" fmla="val 25000"/>
            </a:avLst>
          </a:prstGeom>
          <a:solidFill>
            <a:schemeClr val="accent2"/>
          </a:solidFill>
          <a:ln w="12700">
            <a:solidFill>
              <a:schemeClr val="accent2"/>
            </a:solidFill>
            <a:prstDash val="solid"/>
          </a:ln>
        </p:spPr>
      </p:sp>
      <p:sp>
        <p:nvSpPr>
          <p:cNvPr id="17" name="Tlačítko zpět text"/>
          <p:cNvSpPr txBox="1"/>
          <p:nvPr/>
        </p:nvSpPr>
        <p:spPr>
          <a:xfrm>
            <a:off x="457200" y="4224528"/>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 Zpět na architekturu</a:t>
            </a:r>
            <a:endParaRPr lang="en-US" sz="1400" dirty="0"/>
          </a:p>
        </p:txBody>
      </p:sp>
      <p:pic>
        <p:nvPicPr>
          <p:cNvPr id="18" name="Odkaz zpět" descr="Zpět na architekturu">
            <a:hlinkClick r:id="rId2" tooltip="Zpět na architekturu" action="ppaction://hlinksldjump"/>
          </p:cNvPr>
          <p:cNvPicPr>
            <a:picLocks noChangeAspect="1"/>
          </p:cNvPicPr>
          <p:nvPr/>
        </p:nvPicPr>
        <p:blipFill>
          <a:blip r:embed="rId1"/>
          <a:stretch>
            <a:fillRect/>
          </a:stretch>
        </p:blipFill>
        <p:spPr>
          <a:xfrm>
            <a:off x="457200" y="4224528"/>
            <a:ext cx="2560320" cy="365760"/>
          </a:xfrm>
          <a:prstGeom prst="rect">
            <a:avLst/>
          </a:prstGeom>
        </p:spPr>
      </p:pic>
      <p:sp>
        <p:nvSpPr>
          <p:cNvPr id="19"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0"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1" name="Nav odkaz Téma" descr="Přejít: Téma">
            <a:hlinkClick r:id="rId4" tooltip="Přejít: Téma" action="ppaction://hlinksldjump"/>
          </p:cNvPr>
          <p:cNvPicPr>
            <a:picLocks noChangeAspect="1"/>
          </p:cNvPicPr>
          <p:nvPr/>
        </p:nvPicPr>
        <p:blipFill>
          <a:blip r:embed="rId3"/>
          <a:stretch>
            <a:fillRect/>
          </a:stretch>
        </p:blipFill>
        <p:spPr>
          <a:xfrm>
            <a:off x="457200" y="4700016"/>
            <a:ext cx="914400" cy="256032"/>
          </a:xfrm>
          <a:prstGeom prst="rect">
            <a:avLst/>
          </a:prstGeom>
        </p:spPr>
      </p:pic>
      <p:sp>
        <p:nvSpPr>
          <p:cNvPr id="22"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23"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24" name="Nav odkaz Rozsah" descr="Přejít: Rozsah">
            <a:hlinkClick r:id="rId6" tooltip="Přejít: Rozsah" action="ppaction://hlinksldjump"/>
          </p:cNvPr>
          <p:cNvPicPr>
            <a:picLocks noChangeAspect="1"/>
          </p:cNvPicPr>
          <p:nvPr/>
        </p:nvPicPr>
        <p:blipFill>
          <a:blip r:embed="rId5"/>
          <a:stretch>
            <a:fillRect/>
          </a:stretch>
        </p:blipFill>
        <p:spPr>
          <a:xfrm>
            <a:off x="1426464" y="4700016"/>
            <a:ext cx="914400" cy="256032"/>
          </a:xfrm>
          <a:prstGeom prst="rect">
            <a:avLst/>
          </a:prstGeom>
        </p:spPr>
      </p:pic>
      <p:sp>
        <p:nvSpPr>
          <p:cNvPr id="25" name="Nav Technika"/>
          <p:cNvSpPr/>
          <p:nvPr/>
        </p:nvSpPr>
        <p:spPr>
          <a:xfrm>
            <a:off x="2395728" y="4700016"/>
            <a:ext cx="914400" cy="256032"/>
          </a:xfrm>
          <a:prstGeom prst="roundRect">
            <a:avLst>
              <a:gd name="adj" fmla="val 28571"/>
            </a:avLst>
          </a:prstGeom>
          <a:solidFill>
            <a:schemeClr val="accent2"/>
          </a:solidFill>
          <a:ln w="12700">
            <a:solidFill>
              <a:schemeClr val="accent2"/>
            </a:solidFill>
            <a:prstDash val="solid"/>
          </a:ln>
        </p:spPr>
      </p:sp>
      <p:sp>
        <p:nvSpPr>
          <p:cNvPr id="26"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Technika</a:t>
            </a:r>
            <a:endParaRPr lang="en-US" sz="1100" dirty="0"/>
          </a:p>
        </p:txBody>
      </p:sp>
      <p:pic>
        <p:nvPicPr>
          <p:cNvPr id="27" name="Nav odkaz Technika" descr="Přejít: Technika">
            <a:hlinkClick r:id="rId8" tooltip="Přejít: Technika" action="ppaction://hlinksldjump"/>
          </p:cNvPr>
          <p:cNvPicPr>
            <a:picLocks noChangeAspect="1"/>
          </p:cNvPicPr>
          <p:nvPr/>
        </p:nvPicPr>
        <p:blipFill>
          <a:blip r:embed="rId7"/>
          <a:stretch>
            <a:fillRect/>
          </a:stretch>
        </p:blipFill>
        <p:spPr>
          <a:xfrm>
            <a:off x="2395728" y="4700016"/>
            <a:ext cx="914400" cy="256032"/>
          </a:xfrm>
          <a:prstGeom prst="rect">
            <a:avLst/>
          </a:prstGeom>
        </p:spPr>
      </p:pic>
      <p:sp>
        <p:nvSpPr>
          <p:cNvPr id="28"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29"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0" name="Nav odkaz Ukázka" descr="Přejít: Ukázka">
            <a:hlinkClick r:id="rId10" tooltip="Přejít: Ukázka" action="ppaction://hlinksldjump"/>
          </p:cNvPr>
          <p:cNvPicPr>
            <a:picLocks noChangeAspect="1"/>
          </p:cNvPicPr>
          <p:nvPr/>
        </p:nvPicPr>
        <p:blipFill>
          <a:blip r:embed="rId9"/>
          <a:stretch>
            <a:fillRect/>
          </a:stretch>
        </p:blipFill>
        <p:spPr>
          <a:xfrm>
            <a:off x="3364992" y="4700016"/>
            <a:ext cx="914400" cy="256032"/>
          </a:xfrm>
          <a:prstGeom prst="rect">
            <a:avLst/>
          </a:prstGeom>
        </p:spPr>
      </p:pic>
      <p:sp>
        <p:nvSpPr>
          <p:cNvPr id="31"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2"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33" name="Nav odkaz Rizika" descr="Přejít: Rizika">
            <a:hlinkClick r:id="rId12" tooltip="Přejít: Rizika" action="ppaction://hlinksldjump"/>
          </p:cNvPr>
          <p:cNvPicPr>
            <a:picLocks noChangeAspect="1"/>
          </p:cNvPicPr>
          <p:nvPr/>
        </p:nvPicPr>
        <p:blipFill>
          <a:blip r:embed="rId11"/>
          <a:stretch>
            <a:fillRect/>
          </a:stretch>
        </p:blipFill>
        <p:spPr>
          <a:xfrm>
            <a:off x="4334256" y="4700016"/>
            <a:ext cx="914400" cy="256032"/>
          </a:xfrm>
          <a:prstGeom prst="rect">
            <a:avLst/>
          </a:prstGeom>
        </p:spPr>
      </p:pic>
      <p:sp>
        <p:nvSpPr>
          <p:cNvPr id="34"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35"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36" name="Nav odkaz Plán" descr="Přejít: Plán">
            <a:hlinkClick r:id="rId14" tooltip="Přejít: Plán" action="ppaction://hlinksldjump"/>
          </p:cNvPr>
          <p:cNvPicPr>
            <a:picLocks noChangeAspect="1"/>
          </p:cNvPicPr>
          <p:nvPr/>
        </p:nvPicPr>
        <p:blipFill>
          <a:blip r:embed="rId13"/>
          <a:stretch>
            <a:fillRect/>
          </a:stretch>
        </p:blipFill>
        <p:spPr>
          <a:xfrm>
            <a:off x="5303520" y="4700016"/>
            <a:ext cx="914400" cy="256032"/>
          </a:xfrm>
          <a:prstGeom prst="rect">
            <a:avLst/>
          </a:prstGeom>
        </p:spPr>
      </p:pic>
      <p:sp>
        <p:nvSpPr>
          <p:cNvPr id="37"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38"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39" name="Nav odkaz Otázky" descr="Přejít: Otázky">
            <a:hlinkClick r:id="rId16" tooltip="Přejít: Otázky" action="ppaction://hlinksldjump"/>
          </p:cNvPr>
          <p:cNvPicPr>
            <a:picLocks noChangeAspect="1"/>
          </p:cNvPicPr>
          <p:nvPr/>
        </p:nvPicPr>
        <p:blipFill>
          <a:blip r:embed="rId15"/>
          <a:stretch>
            <a:fillRect/>
          </a:stretch>
        </p:blipFill>
        <p:spPr>
          <a:xfrm>
            <a:off x="6272784" y="4700016"/>
            <a:ext cx="914400" cy="256032"/>
          </a:xfrm>
          <a:prstGeom prst="rect">
            <a:avLst/>
          </a:prstGeom>
        </p:spPr>
      </p:pic>
      <p:sp>
        <p:nvSpPr>
          <p:cNvPr id="40"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4</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Detail: ukládání</a:t>
            </a:r>
            <a:endParaRPr lang="en-US" sz="3400" dirty="0"/>
          </a:p>
        </p:txBody>
      </p:sp>
      <p:sp>
        <p:nvSpPr>
          <p:cNvPr id="3" name="Karta detail"/>
          <p:cNvSpPr/>
          <p:nvPr/>
        </p:nvSpPr>
        <p:spPr>
          <a:xfrm>
            <a:off x="457200" y="1188720"/>
            <a:ext cx="5120640" cy="2926080"/>
          </a:xfrm>
          <a:prstGeom prst="roundRect">
            <a:avLst>
              <a:gd name="adj" fmla="val 3750"/>
            </a:avLst>
          </a:prstGeom>
          <a:solidFill>
            <a:schemeClr val="bg2"/>
          </a:solidFill>
          <a:ln w="12700">
            <a:solidFill>
              <a:schemeClr val="bg2"/>
            </a:solidFill>
            <a:prstDash val="solid"/>
          </a:ln>
        </p:spPr>
      </p:sp>
      <p:sp>
        <p:nvSpPr>
          <p:cNvPr id="4" name="Tečka vrstvy"/>
          <p:cNvSpPr/>
          <p:nvPr/>
        </p:nvSpPr>
        <p:spPr>
          <a:xfrm>
            <a:off x="685800" y="1389888"/>
            <a:ext cx="237744" cy="237744"/>
          </a:xfrm>
          <a:prstGeom prst="ellipse">
            <a:avLst/>
          </a:prstGeom>
          <a:solidFill>
            <a:schemeClr val="accent3"/>
          </a:solidFill>
          <a:ln w="12700">
            <a:solidFill>
              <a:schemeClr val="accent3"/>
            </a:solidFill>
            <a:prstDash val="solid"/>
          </a:ln>
        </p:spPr>
      </p:sp>
      <p:sp>
        <p:nvSpPr>
          <p:cNvPr id="5" name="Název vrstvy"/>
          <p:cNvSpPr txBox="1"/>
          <p:nvPr/>
        </p:nvSpPr>
        <p:spPr>
          <a:xfrm>
            <a:off x="1051560" y="1325880"/>
            <a:ext cx="4389120" cy="365760"/>
          </a:xfrm>
          <a:prstGeom prst="rect">
            <a:avLst/>
          </a:prstGeom>
          <a:noFill/>
          <a:ln/>
        </p:spPr>
        <p:txBody>
          <a:bodyPr wrap="square" lIns="0" tIns="0" rIns="0" bIns="0" rtlCol="0" anchor="ctr"/>
          <a:lstStyle/>
          <a:p>
            <a:pPr indent="0" marL="0">
              <a:buNone/>
            </a:pPr>
            <a:r>
              <a:rPr lang="en-US" sz="1800" b="1" dirty="0">
                <a:solidFill>
                  <a:schemeClr val="tx1"/>
                </a:solidFill>
              </a:rPr>
              <a:t>Ukládání</a:t>
            </a:r>
            <a:endParaRPr lang="en-US" sz="1800" dirty="0"/>
          </a:p>
        </p:txBody>
      </p:sp>
      <p:sp>
        <p:nvSpPr>
          <p:cNvPr id="6" name="Seznam detail"/>
          <p:cNvSpPr txBox="1"/>
          <p:nvPr/>
        </p:nvSpPr>
        <p:spPr>
          <a:xfrm>
            <a:off x="685800" y="1783080"/>
            <a:ext cx="4663440" cy="2240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JSON v uložené složce hráče, 3 nezávislé sloty</a:t>
            </a:r>
            <a:endParaRPr lang="en-US" sz="1600" dirty="0"/>
          </a:p>
          <a:p>
            <a:pPr marL="342900" indent="-342900">
              <a:spcAft>
                <a:spcPts val="800"/>
              </a:spcAft>
              <a:buSzPct val="100000"/>
              <a:buChar char="•"/>
            </a:pPr>
            <a:r>
              <a:rPr lang="en-US" sz="1600" dirty="0">
                <a:solidFill>
                  <a:schemeClr val="tx1"/>
                </a:solidFill>
              </a:rPr>
              <a:t>Zápis na pozadí přes dočasný soubor, save se nepoškodí</a:t>
            </a:r>
            <a:endParaRPr lang="en-US" sz="1600" dirty="0"/>
          </a:p>
          <a:p>
            <a:pPr marL="342900" indent="-342900">
              <a:spcAft>
                <a:spcPts val="800"/>
              </a:spcAft>
              <a:buSzPct val="100000"/>
              <a:buChar char="•"/>
            </a:pPr>
            <a:r>
              <a:rPr lang="en-US" sz="1600" dirty="0">
                <a:solidFill>
                  <a:schemeClr val="tx1"/>
                </a:solidFill>
              </a:rPr>
              <a:t>Nejvýš jednou za 8 s, jinak by hra sekala</a:t>
            </a:r>
            <a:endParaRPr lang="en-US" sz="1600" dirty="0"/>
          </a:p>
          <a:p>
            <a:pPr marL="342900" indent="-342900">
              <a:spcAft>
                <a:spcPts val="800"/>
              </a:spcAft>
              <a:buSzPct val="100000"/>
              <a:buChar char="•"/>
            </a:pPr>
            <a:r>
              <a:rPr lang="en-US" sz="1600" dirty="0">
                <a:solidFill>
                  <a:schemeClr val="tx1"/>
                </a:solidFill>
              </a:rPr>
              <a:t>Starý save se doplní výchozími hodnotami</a:t>
            </a:r>
            <a:endParaRPr lang="en-US" sz="1600" dirty="0"/>
          </a:p>
        </p:txBody>
      </p:sp>
      <p:sp>
        <p:nvSpPr>
          <p:cNvPr id="7" name="Nadpis tříd"/>
          <p:cNvSpPr txBox="1"/>
          <p:nvPr/>
        </p:nvSpPr>
        <p:spPr>
          <a:xfrm>
            <a:off x="5852160" y="1188720"/>
            <a:ext cx="2834640" cy="320040"/>
          </a:xfrm>
          <a:prstGeom prst="rect">
            <a:avLst/>
          </a:prstGeom>
          <a:noFill/>
          <a:ln/>
        </p:spPr>
        <p:txBody>
          <a:bodyPr wrap="square" lIns="0" tIns="0" rIns="0" bIns="0" rtlCol="0" anchor="ctr"/>
          <a:lstStyle/>
          <a:p>
            <a:pPr indent="0" marL="0">
              <a:buNone/>
            </a:pPr>
            <a:r>
              <a:rPr lang="en-US" sz="1600" b="1" dirty="0">
                <a:solidFill>
                  <a:schemeClr val="accent2"/>
                </a:solidFill>
              </a:rPr>
              <a:t>Hlavní třídy a soubory</a:t>
            </a:r>
            <a:endParaRPr lang="en-US" sz="1600" dirty="0"/>
          </a:p>
        </p:txBody>
      </p:sp>
      <p:sp>
        <p:nvSpPr>
          <p:cNvPr id="8" name="Třída SaveManager"/>
          <p:cNvSpPr/>
          <p:nvPr/>
        </p:nvSpPr>
        <p:spPr>
          <a:xfrm>
            <a:off x="5852160" y="1600200"/>
            <a:ext cx="2834640" cy="310896"/>
          </a:xfrm>
          <a:prstGeom prst="roundRect">
            <a:avLst>
              <a:gd name="adj" fmla="val 23529"/>
            </a:avLst>
          </a:prstGeom>
          <a:solidFill>
            <a:schemeClr val="bg2"/>
          </a:solidFill>
          <a:ln w="12700">
            <a:solidFill>
              <a:schemeClr val="bg2"/>
            </a:solidFill>
            <a:prstDash val="solid"/>
          </a:ln>
        </p:spPr>
      </p:sp>
      <p:sp>
        <p:nvSpPr>
          <p:cNvPr id="9" name="Třída text SaveManager"/>
          <p:cNvSpPr txBox="1"/>
          <p:nvPr/>
        </p:nvSpPr>
        <p:spPr>
          <a:xfrm>
            <a:off x="5943600" y="1600200"/>
            <a:ext cx="2651760" cy="310896"/>
          </a:xfrm>
          <a:prstGeom prst="rect">
            <a:avLst/>
          </a:prstGeom>
          <a:noFill/>
          <a:ln/>
        </p:spPr>
        <p:txBody>
          <a:bodyPr wrap="square" lIns="0" tIns="0" rIns="0" bIns="0" rtlCol="0" anchor="ctr"/>
          <a:lstStyle/>
          <a:p>
            <a:pPr indent="0" marL="0">
              <a:buNone/>
            </a:pPr>
            <a:r>
              <a:rPr lang="en-US" sz="1400" dirty="0">
                <a:solidFill>
                  <a:schemeClr val="tx1"/>
                </a:solidFill>
              </a:rPr>
              <a:t>SaveManager</a:t>
            </a:r>
            <a:endParaRPr lang="en-US" sz="1400" dirty="0"/>
          </a:p>
        </p:txBody>
      </p:sp>
      <p:sp>
        <p:nvSpPr>
          <p:cNvPr id="10" name="Třída JsonUtility"/>
          <p:cNvSpPr/>
          <p:nvPr/>
        </p:nvSpPr>
        <p:spPr>
          <a:xfrm>
            <a:off x="5852160" y="1984248"/>
            <a:ext cx="2834640" cy="310896"/>
          </a:xfrm>
          <a:prstGeom prst="roundRect">
            <a:avLst>
              <a:gd name="adj" fmla="val 23529"/>
            </a:avLst>
          </a:prstGeom>
          <a:solidFill>
            <a:schemeClr val="bg2"/>
          </a:solidFill>
          <a:ln w="12700">
            <a:solidFill>
              <a:schemeClr val="bg2"/>
            </a:solidFill>
            <a:prstDash val="solid"/>
          </a:ln>
        </p:spPr>
      </p:sp>
      <p:sp>
        <p:nvSpPr>
          <p:cNvPr id="11" name="Třída text JsonUtility"/>
          <p:cNvSpPr txBox="1"/>
          <p:nvPr/>
        </p:nvSpPr>
        <p:spPr>
          <a:xfrm>
            <a:off x="5943600" y="1984248"/>
            <a:ext cx="2651760" cy="310896"/>
          </a:xfrm>
          <a:prstGeom prst="rect">
            <a:avLst/>
          </a:prstGeom>
          <a:noFill/>
          <a:ln/>
        </p:spPr>
        <p:txBody>
          <a:bodyPr wrap="square" lIns="0" tIns="0" rIns="0" bIns="0" rtlCol="0" anchor="ctr"/>
          <a:lstStyle/>
          <a:p>
            <a:pPr indent="0" marL="0">
              <a:buNone/>
            </a:pPr>
            <a:r>
              <a:rPr lang="en-US" sz="1400" dirty="0">
                <a:solidFill>
                  <a:schemeClr val="tx1"/>
                </a:solidFill>
              </a:rPr>
              <a:t>JsonUtility</a:t>
            </a:r>
            <a:endParaRPr lang="en-US" sz="1400" dirty="0"/>
          </a:p>
        </p:txBody>
      </p:sp>
      <p:sp>
        <p:nvSpPr>
          <p:cNvPr id="12" name="Třída save_0.json"/>
          <p:cNvSpPr/>
          <p:nvPr/>
        </p:nvSpPr>
        <p:spPr>
          <a:xfrm>
            <a:off x="5852160" y="2368296"/>
            <a:ext cx="2834640" cy="310896"/>
          </a:xfrm>
          <a:prstGeom prst="roundRect">
            <a:avLst>
              <a:gd name="adj" fmla="val 23529"/>
            </a:avLst>
          </a:prstGeom>
          <a:solidFill>
            <a:schemeClr val="bg2"/>
          </a:solidFill>
          <a:ln w="12700">
            <a:solidFill>
              <a:schemeClr val="bg2"/>
            </a:solidFill>
            <a:prstDash val="solid"/>
          </a:ln>
        </p:spPr>
      </p:sp>
      <p:sp>
        <p:nvSpPr>
          <p:cNvPr id="13" name="Třída text save_0.json"/>
          <p:cNvSpPr txBox="1"/>
          <p:nvPr/>
        </p:nvSpPr>
        <p:spPr>
          <a:xfrm>
            <a:off x="5943600" y="2368296"/>
            <a:ext cx="2651760" cy="310896"/>
          </a:xfrm>
          <a:prstGeom prst="rect">
            <a:avLst/>
          </a:prstGeom>
          <a:noFill/>
          <a:ln/>
        </p:spPr>
        <p:txBody>
          <a:bodyPr wrap="square" lIns="0" tIns="0" rIns="0" bIns="0" rtlCol="0" anchor="ctr"/>
          <a:lstStyle/>
          <a:p>
            <a:pPr indent="0" marL="0">
              <a:buNone/>
            </a:pPr>
            <a:r>
              <a:rPr lang="en-US" sz="1400" dirty="0">
                <a:solidFill>
                  <a:schemeClr val="tx1"/>
                </a:solidFill>
              </a:rPr>
              <a:t>save_0.json</a:t>
            </a:r>
            <a:endParaRPr lang="en-US" sz="1400" dirty="0"/>
          </a:p>
        </p:txBody>
      </p:sp>
      <p:sp>
        <p:nvSpPr>
          <p:cNvPr id="14" name="Třída save_1.json"/>
          <p:cNvSpPr/>
          <p:nvPr/>
        </p:nvSpPr>
        <p:spPr>
          <a:xfrm>
            <a:off x="5852160" y="2752344"/>
            <a:ext cx="2834640" cy="310896"/>
          </a:xfrm>
          <a:prstGeom prst="roundRect">
            <a:avLst>
              <a:gd name="adj" fmla="val 23529"/>
            </a:avLst>
          </a:prstGeom>
          <a:solidFill>
            <a:schemeClr val="bg2"/>
          </a:solidFill>
          <a:ln w="12700">
            <a:solidFill>
              <a:schemeClr val="bg2"/>
            </a:solidFill>
            <a:prstDash val="solid"/>
          </a:ln>
        </p:spPr>
      </p:sp>
      <p:sp>
        <p:nvSpPr>
          <p:cNvPr id="15" name="Třída text save_1.json"/>
          <p:cNvSpPr txBox="1"/>
          <p:nvPr/>
        </p:nvSpPr>
        <p:spPr>
          <a:xfrm>
            <a:off x="5943600" y="2752344"/>
            <a:ext cx="2651760" cy="310896"/>
          </a:xfrm>
          <a:prstGeom prst="rect">
            <a:avLst/>
          </a:prstGeom>
          <a:noFill/>
          <a:ln/>
        </p:spPr>
        <p:txBody>
          <a:bodyPr wrap="square" lIns="0" tIns="0" rIns="0" bIns="0" rtlCol="0" anchor="ctr"/>
          <a:lstStyle/>
          <a:p>
            <a:pPr indent="0" marL="0">
              <a:buNone/>
            </a:pPr>
            <a:r>
              <a:rPr lang="en-US" sz="1400" dirty="0">
                <a:solidFill>
                  <a:schemeClr val="tx1"/>
                </a:solidFill>
              </a:rPr>
              <a:t>save_1.json</a:t>
            </a:r>
            <a:endParaRPr lang="en-US" sz="1400" dirty="0"/>
          </a:p>
        </p:txBody>
      </p:sp>
      <p:sp>
        <p:nvSpPr>
          <p:cNvPr id="16" name="Třída save_2.json"/>
          <p:cNvSpPr/>
          <p:nvPr/>
        </p:nvSpPr>
        <p:spPr>
          <a:xfrm>
            <a:off x="5852160" y="3136392"/>
            <a:ext cx="2834640" cy="310896"/>
          </a:xfrm>
          <a:prstGeom prst="roundRect">
            <a:avLst>
              <a:gd name="adj" fmla="val 23529"/>
            </a:avLst>
          </a:prstGeom>
          <a:solidFill>
            <a:schemeClr val="bg2"/>
          </a:solidFill>
          <a:ln w="12700">
            <a:solidFill>
              <a:schemeClr val="bg2"/>
            </a:solidFill>
            <a:prstDash val="solid"/>
          </a:ln>
        </p:spPr>
      </p:sp>
      <p:sp>
        <p:nvSpPr>
          <p:cNvPr id="17" name="Třída text save_2.json"/>
          <p:cNvSpPr txBox="1"/>
          <p:nvPr/>
        </p:nvSpPr>
        <p:spPr>
          <a:xfrm>
            <a:off x="5943600" y="3136392"/>
            <a:ext cx="2651760" cy="310896"/>
          </a:xfrm>
          <a:prstGeom prst="rect">
            <a:avLst/>
          </a:prstGeom>
          <a:noFill/>
          <a:ln/>
        </p:spPr>
        <p:txBody>
          <a:bodyPr wrap="square" lIns="0" tIns="0" rIns="0" bIns="0" rtlCol="0" anchor="ctr"/>
          <a:lstStyle/>
          <a:p>
            <a:pPr indent="0" marL="0">
              <a:buNone/>
            </a:pPr>
            <a:r>
              <a:rPr lang="en-US" sz="1400" dirty="0">
                <a:solidFill>
                  <a:schemeClr val="tx1"/>
                </a:solidFill>
              </a:rPr>
              <a:t>save_2.json</a:t>
            </a:r>
            <a:endParaRPr lang="en-US" sz="1400" dirty="0"/>
          </a:p>
        </p:txBody>
      </p:sp>
      <p:sp>
        <p:nvSpPr>
          <p:cNvPr id="18" name="Tlačítko zpět"/>
          <p:cNvSpPr/>
          <p:nvPr/>
        </p:nvSpPr>
        <p:spPr>
          <a:xfrm>
            <a:off x="457200" y="4224528"/>
            <a:ext cx="2560320" cy="365760"/>
          </a:xfrm>
          <a:prstGeom prst="roundRect">
            <a:avLst>
              <a:gd name="adj" fmla="val 25000"/>
            </a:avLst>
          </a:prstGeom>
          <a:solidFill>
            <a:schemeClr val="accent2"/>
          </a:solidFill>
          <a:ln w="12700">
            <a:solidFill>
              <a:schemeClr val="accent2"/>
            </a:solidFill>
            <a:prstDash val="solid"/>
          </a:ln>
        </p:spPr>
      </p:sp>
      <p:sp>
        <p:nvSpPr>
          <p:cNvPr id="19" name="Tlačítko zpět text"/>
          <p:cNvSpPr txBox="1"/>
          <p:nvPr/>
        </p:nvSpPr>
        <p:spPr>
          <a:xfrm>
            <a:off x="457200" y="4224528"/>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 Zpět na architekturu</a:t>
            </a:r>
            <a:endParaRPr lang="en-US" sz="1400" dirty="0"/>
          </a:p>
        </p:txBody>
      </p:sp>
      <p:pic>
        <p:nvPicPr>
          <p:cNvPr id="20" name="Odkaz zpět" descr="Zpět na architekturu">
            <a:hlinkClick r:id="rId2" tooltip="Zpět na architekturu" action="ppaction://hlinksldjump"/>
          </p:cNvPr>
          <p:cNvPicPr>
            <a:picLocks noChangeAspect="1"/>
          </p:cNvPicPr>
          <p:nvPr/>
        </p:nvPicPr>
        <p:blipFill>
          <a:blip r:embed="rId1"/>
          <a:stretch>
            <a:fillRect/>
          </a:stretch>
        </p:blipFill>
        <p:spPr>
          <a:xfrm>
            <a:off x="457200" y="4224528"/>
            <a:ext cx="2560320" cy="365760"/>
          </a:xfrm>
          <a:prstGeom prst="rect">
            <a:avLst/>
          </a:prstGeom>
        </p:spPr>
      </p:pic>
      <p:sp>
        <p:nvSpPr>
          <p:cNvPr id="21" name="Nav Téma"/>
          <p:cNvSpPr/>
          <p:nvPr/>
        </p:nvSpPr>
        <p:spPr>
          <a:xfrm>
            <a:off x="457200" y="4700016"/>
            <a:ext cx="914400" cy="256032"/>
          </a:xfrm>
          <a:prstGeom prst="roundRect">
            <a:avLst>
              <a:gd name="adj" fmla="val 28571"/>
            </a:avLst>
          </a:prstGeom>
          <a:solidFill>
            <a:schemeClr val="bg2"/>
          </a:solidFill>
          <a:ln w="12700">
            <a:solidFill>
              <a:schemeClr val="bg2"/>
            </a:solidFill>
            <a:prstDash val="solid"/>
          </a:ln>
        </p:spPr>
      </p:sp>
      <p:sp>
        <p:nvSpPr>
          <p:cNvPr id="22" name="Nav text Téma"/>
          <p:cNvSpPr txBox="1"/>
          <p:nvPr/>
        </p:nvSpPr>
        <p:spPr>
          <a:xfrm>
            <a:off x="45720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Téma</a:t>
            </a:r>
            <a:endParaRPr lang="en-US" sz="1100" dirty="0"/>
          </a:p>
        </p:txBody>
      </p:sp>
      <p:pic>
        <p:nvPicPr>
          <p:cNvPr id="23" name="Nav odkaz Téma" descr="Přejít: Téma">
            <a:hlinkClick r:id="rId4" tooltip="Přejít: Téma" action="ppaction://hlinksldjump"/>
          </p:cNvPr>
          <p:cNvPicPr>
            <a:picLocks noChangeAspect="1"/>
          </p:cNvPicPr>
          <p:nvPr/>
        </p:nvPicPr>
        <p:blipFill>
          <a:blip r:embed="rId3"/>
          <a:stretch>
            <a:fillRect/>
          </a:stretch>
        </p:blipFill>
        <p:spPr>
          <a:xfrm>
            <a:off x="457200" y="4700016"/>
            <a:ext cx="914400" cy="256032"/>
          </a:xfrm>
          <a:prstGeom prst="rect">
            <a:avLst/>
          </a:prstGeom>
        </p:spPr>
      </p:pic>
      <p:sp>
        <p:nvSpPr>
          <p:cNvPr id="24" name="Nav Rozsah"/>
          <p:cNvSpPr/>
          <p:nvPr/>
        </p:nvSpPr>
        <p:spPr>
          <a:xfrm>
            <a:off x="1426464" y="4700016"/>
            <a:ext cx="914400" cy="256032"/>
          </a:xfrm>
          <a:prstGeom prst="roundRect">
            <a:avLst>
              <a:gd name="adj" fmla="val 28571"/>
            </a:avLst>
          </a:prstGeom>
          <a:solidFill>
            <a:schemeClr val="bg2"/>
          </a:solidFill>
          <a:ln w="12700">
            <a:solidFill>
              <a:schemeClr val="bg2"/>
            </a:solidFill>
            <a:prstDash val="solid"/>
          </a:ln>
        </p:spPr>
      </p:sp>
      <p:sp>
        <p:nvSpPr>
          <p:cNvPr id="25" name="Nav text Rozsah"/>
          <p:cNvSpPr txBox="1"/>
          <p:nvPr/>
        </p:nvSpPr>
        <p:spPr>
          <a:xfrm>
            <a:off x="142646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Rozsah</a:t>
            </a:r>
            <a:endParaRPr lang="en-US" sz="1100" dirty="0"/>
          </a:p>
        </p:txBody>
      </p:sp>
      <p:pic>
        <p:nvPicPr>
          <p:cNvPr id="26" name="Nav odkaz Rozsah" descr="Přejít: Rozsah">
            <a:hlinkClick r:id="rId6" tooltip="Přejít: Rozsah" action="ppaction://hlinksldjump"/>
          </p:cNvPr>
          <p:cNvPicPr>
            <a:picLocks noChangeAspect="1"/>
          </p:cNvPicPr>
          <p:nvPr/>
        </p:nvPicPr>
        <p:blipFill>
          <a:blip r:embed="rId5"/>
          <a:stretch>
            <a:fillRect/>
          </a:stretch>
        </p:blipFill>
        <p:spPr>
          <a:xfrm>
            <a:off x="1426464" y="4700016"/>
            <a:ext cx="914400" cy="256032"/>
          </a:xfrm>
          <a:prstGeom prst="rect">
            <a:avLst/>
          </a:prstGeom>
        </p:spPr>
      </p:pic>
      <p:sp>
        <p:nvSpPr>
          <p:cNvPr id="27" name="Nav Technika"/>
          <p:cNvSpPr/>
          <p:nvPr/>
        </p:nvSpPr>
        <p:spPr>
          <a:xfrm>
            <a:off x="2395728" y="4700016"/>
            <a:ext cx="914400" cy="256032"/>
          </a:xfrm>
          <a:prstGeom prst="roundRect">
            <a:avLst>
              <a:gd name="adj" fmla="val 28571"/>
            </a:avLst>
          </a:prstGeom>
          <a:solidFill>
            <a:schemeClr val="accent2"/>
          </a:solidFill>
          <a:ln w="12700">
            <a:solidFill>
              <a:schemeClr val="accent2"/>
            </a:solidFill>
            <a:prstDash val="solid"/>
          </a:ln>
        </p:spPr>
      </p:sp>
      <p:sp>
        <p:nvSpPr>
          <p:cNvPr id="28" name="Nav text Technika"/>
          <p:cNvSpPr txBox="1"/>
          <p:nvPr/>
        </p:nvSpPr>
        <p:spPr>
          <a:xfrm>
            <a:off x="2395728" y="4700016"/>
            <a:ext cx="914400" cy="256032"/>
          </a:xfrm>
          <a:prstGeom prst="rect">
            <a:avLst/>
          </a:prstGeom>
          <a:noFill/>
          <a:ln/>
        </p:spPr>
        <p:txBody>
          <a:bodyPr wrap="square" lIns="0" tIns="0" rIns="0" bIns="0" rtlCol="0" anchor="ctr"/>
          <a:lstStyle/>
          <a:p>
            <a:pPr algn="ctr" indent="0" marL="0">
              <a:buNone/>
            </a:pPr>
            <a:r>
              <a:rPr lang="en-US" sz="1100" b="1" dirty="0">
                <a:solidFill>
                  <a:schemeClr val="bg1"/>
                </a:solidFill>
              </a:rPr>
              <a:t>Technika</a:t>
            </a:r>
            <a:endParaRPr lang="en-US" sz="1100" dirty="0"/>
          </a:p>
        </p:txBody>
      </p:sp>
      <p:pic>
        <p:nvPicPr>
          <p:cNvPr id="29" name="Nav odkaz Technika" descr="Přejít: Technika">
            <a:hlinkClick r:id="rId8" tooltip="Přejít: Technika" action="ppaction://hlinksldjump"/>
          </p:cNvPr>
          <p:cNvPicPr>
            <a:picLocks noChangeAspect="1"/>
          </p:cNvPicPr>
          <p:nvPr/>
        </p:nvPicPr>
        <p:blipFill>
          <a:blip r:embed="rId7"/>
          <a:stretch>
            <a:fillRect/>
          </a:stretch>
        </p:blipFill>
        <p:spPr>
          <a:xfrm>
            <a:off x="2395728" y="4700016"/>
            <a:ext cx="914400" cy="256032"/>
          </a:xfrm>
          <a:prstGeom prst="rect">
            <a:avLst/>
          </a:prstGeom>
        </p:spPr>
      </p:pic>
      <p:sp>
        <p:nvSpPr>
          <p:cNvPr id="30" name="Nav Ukázka"/>
          <p:cNvSpPr/>
          <p:nvPr/>
        </p:nvSpPr>
        <p:spPr>
          <a:xfrm>
            <a:off x="3364992" y="4700016"/>
            <a:ext cx="914400" cy="256032"/>
          </a:xfrm>
          <a:prstGeom prst="roundRect">
            <a:avLst>
              <a:gd name="adj" fmla="val 28571"/>
            </a:avLst>
          </a:prstGeom>
          <a:solidFill>
            <a:schemeClr val="bg2"/>
          </a:solidFill>
          <a:ln w="12700">
            <a:solidFill>
              <a:schemeClr val="bg2"/>
            </a:solidFill>
            <a:prstDash val="solid"/>
          </a:ln>
        </p:spPr>
      </p:sp>
      <p:sp>
        <p:nvSpPr>
          <p:cNvPr id="31" name="Nav text Ukázka"/>
          <p:cNvSpPr txBox="1"/>
          <p:nvPr/>
        </p:nvSpPr>
        <p:spPr>
          <a:xfrm>
            <a:off x="3364992"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Ukázka</a:t>
            </a:r>
            <a:endParaRPr lang="en-US" sz="1100" dirty="0"/>
          </a:p>
        </p:txBody>
      </p:sp>
      <p:pic>
        <p:nvPicPr>
          <p:cNvPr id="32" name="Nav odkaz Ukázka" descr="Přejít: Ukázka">
            <a:hlinkClick r:id="rId10" tooltip="Přejít: Ukázka" action="ppaction://hlinksldjump"/>
          </p:cNvPr>
          <p:cNvPicPr>
            <a:picLocks noChangeAspect="1"/>
          </p:cNvPicPr>
          <p:nvPr/>
        </p:nvPicPr>
        <p:blipFill>
          <a:blip r:embed="rId9"/>
          <a:stretch>
            <a:fillRect/>
          </a:stretch>
        </p:blipFill>
        <p:spPr>
          <a:xfrm>
            <a:off x="3364992" y="4700016"/>
            <a:ext cx="914400" cy="256032"/>
          </a:xfrm>
          <a:prstGeom prst="rect">
            <a:avLst/>
          </a:prstGeom>
        </p:spPr>
      </p:pic>
      <p:sp>
        <p:nvSpPr>
          <p:cNvPr id="33" name="Nav Rizika"/>
          <p:cNvSpPr/>
          <p:nvPr/>
        </p:nvSpPr>
        <p:spPr>
          <a:xfrm>
            <a:off x="4334256" y="4700016"/>
            <a:ext cx="914400" cy="256032"/>
          </a:xfrm>
          <a:prstGeom prst="roundRect">
            <a:avLst>
              <a:gd name="adj" fmla="val 28571"/>
            </a:avLst>
          </a:prstGeom>
          <a:solidFill>
            <a:schemeClr val="bg2"/>
          </a:solidFill>
          <a:ln w="12700">
            <a:solidFill>
              <a:schemeClr val="bg2"/>
            </a:solidFill>
            <a:prstDash val="solid"/>
          </a:ln>
        </p:spPr>
      </p:sp>
      <p:sp>
        <p:nvSpPr>
          <p:cNvPr id="34" name="Nav text Rizika"/>
          <p:cNvSpPr txBox="1"/>
          <p:nvPr/>
        </p:nvSpPr>
        <p:spPr>
          <a:xfrm>
            <a:off x="4334256"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Rizika</a:t>
            </a:r>
            <a:endParaRPr lang="en-US" sz="1100" dirty="0"/>
          </a:p>
        </p:txBody>
      </p:sp>
      <p:pic>
        <p:nvPicPr>
          <p:cNvPr id="35" name="Nav odkaz Rizika" descr="Přejít: Rizika">
            <a:hlinkClick r:id="rId12" tooltip="Přejít: Rizika" action="ppaction://hlinksldjump"/>
          </p:cNvPr>
          <p:cNvPicPr>
            <a:picLocks noChangeAspect="1"/>
          </p:cNvPicPr>
          <p:nvPr/>
        </p:nvPicPr>
        <p:blipFill>
          <a:blip r:embed="rId11"/>
          <a:stretch>
            <a:fillRect/>
          </a:stretch>
        </p:blipFill>
        <p:spPr>
          <a:xfrm>
            <a:off x="4334256" y="4700016"/>
            <a:ext cx="914400" cy="256032"/>
          </a:xfrm>
          <a:prstGeom prst="rect">
            <a:avLst/>
          </a:prstGeom>
        </p:spPr>
      </p:pic>
      <p:sp>
        <p:nvSpPr>
          <p:cNvPr id="36" name="Nav Plán"/>
          <p:cNvSpPr/>
          <p:nvPr/>
        </p:nvSpPr>
        <p:spPr>
          <a:xfrm>
            <a:off x="5303520" y="4700016"/>
            <a:ext cx="914400" cy="256032"/>
          </a:xfrm>
          <a:prstGeom prst="roundRect">
            <a:avLst>
              <a:gd name="adj" fmla="val 28571"/>
            </a:avLst>
          </a:prstGeom>
          <a:solidFill>
            <a:schemeClr val="bg2"/>
          </a:solidFill>
          <a:ln w="12700">
            <a:solidFill>
              <a:schemeClr val="bg2"/>
            </a:solidFill>
            <a:prstDash val="solid"/>
          </a:ln>
        </p:spPr>
      </p:sp>
      <p:sp>
        <p:nvSpPr>
          <p:cNvPr id="37" name="Nav text Plán"/>
          <p:cNvSpPr txBox="1"/>
          <p:nvPr/>
        </p:nvSpPr>
        <p:spPr>
          <a:xfrm>
            <a:off x="5303520"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Plán</a:t>
            </a:r>
            <a:endParaRPr lang="en-US" sz="1100" dirty="0"/>
          </a:p>
        </p:txBody>
      </p:sp>
      <p:pic>
        <p:nvPicPr>
          <p:cNvPr id="38" name="Nav odkaz Plán" descr="Přejít: Plán">
            <a:hlinkClick r:id="rId14" tooltip="Přejít: Plán" action="ppaction://hlinksldjump"/>
          </p:cNvPr>
          <p:cNvPicPr>
            <a:picLocks noChangeAspect="1"/>
          </p:cNvPicPr>
          <p:nvPr/>
        </p:nvPicPr>
        <p:blipFill>
          <a:blip r:embed="rId13"/>
          <a:stretch>
            <a:fillRect/>
          </a:stretch>
        </p:blipFill>
        <p:spPr>
          <a:xfrm>
            <a:off x="5303520" y="4700016"/>
            <a:ext cx="914400" cy="256032"/>
          </a:xfrm>
          <a:prstGeom prst="rect">
            <a:avLst/>
          </a:prstGeom>
        </p:spPr>
      </p:pic>
      <p:sp>
        <p:nvSpPr>
          <p:cNvPr id="39" name="Nav Otázky"/>
          <p:cNvSpPr/>
          <p:nvPr/>
        </p:nvSpPr>
        <p:spPr>
          <a:xfrm>
            <a:off x="6272784" y="4700016"/>
            <a:ext cx="914400" cy="256032"/>
          </a:xfrm>
          <a:prstGeom prst="roundRect">
            <a:avLst>
              <a:gd name="adj" fmla="val 28571"/>
            </a:avLst>
          </a:prstGeom>
          <a:solidFill>
            <a:schemeClr val="bg2"/>
          </a:solidFill>
          <a:ln w="12700">
            <a:solidFill>
              <a:schemeClr val="bg2"/>
            </a:solidFill>
            <a:prstDash val="solid"/>
          </a:ln>
        </p:spPr>
      </p:sp>
      <p:sp>
        <p:nvSpPr>
          <p:cNvPr id="40" name="Nav text Otázky"/>
          <p:cNvSpPr txBox="1"/>
          <p:nvPr/>
        </p:nvSpPr>
        <p:spPr>
          <a:xfrm>
            <a:off x="6272784" y="4700016"/>
            <a:ext cx="914400" cy="256032"/>
          </a:xfrm>
          <a:prstGeom prst="rect">
            <a:avLst/>
          </a:prstGeom>
          <a:noFill/>
          <a:ln/>
        </p:spPr>
        <p:txBody>
          <a:bodyPr wrap="square" lIns="0" tIns="0" rIns="0" bIns="0" rtlCol="0" anchor="ctr"/>
          <a:lstStyle/>
          <a:p>
            <a:pPr algn="ctr" indent="0" marL="0">
              <a:buNone/>
            </a:pPr>
            <a:r>
              <a:rPr lang="en-US" sz="1100" dirty="0">
                <a:solidFill>
                  <a:schemeClr val="tx1"/>
                </a:solidFill>
              </a:rPr>
              <a:t>Otázky</a:t>
            </a:r>
            <a:endParaRPr lang="en-US" sz="1100" dirty="0"/>
          </a:p>
        </p:txBody>
      </p:sp>
      <p:pic>
        <p:nvPicPr>
          <p:cNvPr id="41" name="Nav odkaz Otázky" descr="Přejít: Otázky">
            <a:hlinkClick r:id="rId16" tooltip="Přejít: Otázky" action="ppaction://hlinksldjump"/>
          </p:cNvPr>
          <p:cNvPicPr>
            <a:picLocks noChangeAspect="1"/>
          </p:cNvPicPr>
          <p:nvPr/>
        </p:nvPicPr>
        <p:blipFill>
          <a:blip r:embed="rId15"/>
          <a:stretch>
            <a:fillRect/>
          </a:stretch>
        </p:blipFill>
        <p:spPr>
          <a:xfrm>
            <a:off x="6272784" y="4700016"/>
            <a:ext cx="914400" cy="256032"/>
          </a:xfrm>
          <a:prstGeom prst="rect">
            <a:avLst/>
          </a:prstGeom>
        </p:spPr>
      </p:pic>
      <p:sp>
        <p:nvSpPr>
          <p:cNvPr id="42" name="Číslo slidu"/>
          <p:cNvSpPr txBox="1"/>
          <p:nvPr/>
        </p:nvSpPr>
        <p:spPr>
          <a:xfrm>
            <a:off x="8412480" y="4700016"/>
            <a:ext cx="274320" cy="256032"/>
          </a:xfrm>
          <a:prstGeom prst="rect">
            <a:avLst/>
          </a:prstGeom>
          <a:noFill/>
          <a:ln/>
        </p:spPr>
        <p:txBody>
          <a:bodyPr wrap="square" lIns="0" tIns="0" rIns="0" bIns="0" rtlCol="0" anchor="ctr"/>
          <a:lstStyle/>
          <a:p>
            <a:pPr algn="r" indent="0" marL="0">
              <a:buNone/>
            </a:pPr>
            <a:r>
              <a:rPr lang="en-US" sz="1100" dirty="0">
                <a:solidFill>
                  <a:schemeClr val="accent5"/>
                </a:solidFill>
              </a:rPr>
              <a:t>4</a:t>
            </a:r>
            <a:endParaRPr lang="en-US" sz="1100" dirty="0"/>
          </a:p>
        </p:txBody>
      </p:sp>
    </p:spTree>
  </p:cSld>
  <p:clrMapOvr>
    <a:masterClrMapping/>
  </p:clrMapOvr>
  <p:transition spd="med">
    <p:fade/>
  </p:transition>
</p:sld>
</file>

<file path=ppt/theme/theme1.xml><?xml version="1.0" encoding="utf-8"?>
<a:theme xmlns:a="http://schemas.openxmlformats.org/drawingml/2006/main" name="The Last Beacon">
  <a:themeElements>
    <a:clrScheme name="The Last Beacon">
      <a:dk1>
        <a:srgbClr val="0B2A43"/>
      </a:dk1>
      <a:lt1>
        <a:srgbClr val="FFFFFF"/>
      </a:lt1>
      <a:dk2>
        <a:srgbClr val="1C7293"/>
      </a:dk2>
      <a:lt2>
        <a:srgbClr val="EAF2F6"/>
      </a:lt2>
      <a:accent1>
        <a:srgbClr val="F2A93B"/>
      </a:accent1>
      <a:accent2>
        <a:srgbClr val="1C7293"/>
      </a:accent2>
      <a:accent3>
        <a:srgbClr val="2E8B6F"/>
      </a:accent3>
      <a:accent4>
        <a:srgbClr val="C8553D"/>
      </a:accent4>
      <a:accent5>
        <a:srgbClr val="5F7482"/>
      </a:accent5>
      <a:accent6>
        <a:srgbClr val="0B2A43"/>
      </a:accent6>
      <a:hlink>
        <a:srgbClr val="1C7293"/>
      </a:hlink>
      <a:folHlink>
        <a:srgbClr val="5F7482"/>
      </a:folHlink>
    </a:clrScheme>
    <a:fontScheme name="The Last Beac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Last Beacon – čtvrtletní prezentace</dc:title>
  <dc:subject>PptxGenJS Presentation</dc:subject>
  <dc:creator>Martin Štěpánek</dc:creator>
  <cp:lastModifiedBy>Martin Štěpánek</cp:lastModifiedBy>
  <cp:revision>1</cp:revision>
  <dcterms:created xsi:type="dcterms:W3CDTF">2026-10-21T15:45:51Z</dcterms:created>
  <dcterms:modified xsi:type="dcterms:W3CDTF">2026-10-21T15:45:51Z</dcterms:modified>
</cp:coreProperties>
</file>